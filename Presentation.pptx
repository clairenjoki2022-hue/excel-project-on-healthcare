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2.xml" ContentType="application/vnd.openxmlformats-officedocument.presentationml.notesSlide+xml"/>
  <Override PartName="/ppt/charts/chart6.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2.xml" ContentType="application/vnd.openxmlformats-officedocument.themeOverride+xml"/>
  <Override PartName="/ppt/notesSlides/notesSlide13.xml" ContentType="application/vnd.openxmlformats-officedocument.presentationml.notesSlide+xml"/>
  <Override PartName="/ppt/charts/chart7.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3.xml" ContentType="application/vnd.openxmlformats-officedocument.themeOverr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5.xml" ContentType="application/vnd.openxmlformats-officedocument.themeOverr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292" r:id="rId5"/>
    <p:sldId id="276" r:id="rId6"/>
    <p:sldId id="275" r:id="rId7"/>
    <p:sldId id="306" r:id="rId8"/>
    <p:sldId id="296" r:id="rId9"/>
    <p:sldId id="297" r:id="rId10"/>
    <p:sldId id="298" r:id="rId11"/>
    <p:sldId id="299" r:id="rId12"/>
    <p:sldId id="300" r:id="rId13"/>
    <p:sldId id="301" r:id="rId14"/>
    <p:sldId id="302" r:id="rId15"/>
    <p:sldId id="303" r:id="rId16"/>
    <p:sldId id="304" r:id="rId17"/>
    <p:sldId id="305"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Oghenenyerhovwo Precious Omonode" initials="OPO" lastIdx="1" clrIdx="0">
    <p:extLst>
      <p:ext uri="{19B8F6BF-5375-455C-9EA6-DF929625EA0E}">
        <p15:presenceInfo xmlns:p15="http://schemas.microsoft.com/office/powerpoint/2012/main" userId="d0038d03d9f5571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6992"/>
    <a:srgbClr val="E3A1DB"/>
    <a:srgbClr val="88287D"/>
    <a:srgbClr val="D674CA"/>
    <a:srgbClr val="D161C4"/>
    <a:srgbClr val="AEC2D8"/>
    <a:srgbClr val="98432A"/>
    <a:srgbClr val="D84400"/>
    <a:srgbClr val="44678D"/>
    <a:srgbClr val="263E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026421-5912-204B-14E7-4D1CE7ED77AD}" v="110" dt="2025-10-12T17:03:21.640"/>
    <p1510:client id="{C4E1F24D-DEDE-780D-84F0-0A5B9E017CCC}" v="105" dt="2025-10-12T14:57:12.863"/>
    <p1510:client id="{FED77E40-8256-DB4F-93F9-819A6B66DFA4}" v="149" dt="2025-10-12T14:41:49.30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guide orient="horz" pos="1536"/>
        <p:guide pos="312"/>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ghenenyerhovwo Precious Omonode" userId="d0038d03d9f5571c" providerId="Windows Live" clId="Web-{B01123D9-0BA2-7582-0A11-D3A660204191}"/>
    <pc:docChg chg="modSld">
      <pc:chgData name="Oghenenyerhovwo Precious Omonode" userId="d0038d03d9f5571c" providerId="Windows Live" clId="Web-{B01123D9-0BA2-7582-0A11-D3A660204191}" dt="2025-10-09T10:31:06.953" v="10" actId="14100"/>
      <pc:docMkLst>
        <pc:docMk/>
      </pc:docMkLst>
      <pc:sldChg chg="addSp delSp modSp">
        <pc:chgData name="Oghenenyerhovwo Precious Omonode" userId="d0038d03d9f5571c" providerId="Windows Live" clId="Web-{B01123D9-0BA2-7582-0A11-D3A660204191}" dt="2025-10-09T10:31:06.953" v="10" actId="14100"/>
        <pc:sldMkLst>
          <pc:docMk/>
          <pc:sldMk cId="2347950618" sldId="304"/>
        </pc:sldMkLst>
      </pc:sldChg>
    </pc:docChg>
  </pc:docChgLst>
  <pc:docChgLst>
    <pc:chgData name="Oghenenyerhovwo Precious Omonode" userId="d0038d03d9f5571c" providerId="Windows Live" clId="Web-{FED77E40-8256-DB4F-93F9-819A6B66DFA4}"/>
    <pc:docChg chg="modSld">
      <pc:chgData name="Oghenenyerhovwo Precious Omonode" userId="d0038d03d9f5571c" providerId="Windows Live" clId="Web-{FED77E40-8256-DB4F-93F9-819A6B66DFA4}" dt="2025-10-12T14:41:49.301" v="124" actId="20577"/>
      <pc:docMkLst>
        <pc:docMk/>
      </pc:docMkLst>
      <pc:sldChg chg="modSp">
        <pc:chgData name="Oghenenyerhovwo Precious Omonode" userId="d0038d03d9f5571c" providerId="Windows Live" clId="Web-{FED77E40-8256-DB4F-93F9-819A6B66DFA4}" dt="2025-10-12T14:35:55.394" v="23" actId="20577"/>
        <pc:sldMkLst>
          <pc:docMk/>
          <pc:sldMk cId="77554804" sldId="276"/>
        </pc:sldMkLst>
        <pc:spChg chg="mod">
          <ac:chgData name="Oghenenyerhovwo Precious Omonode" userId="d0038d03d9f5571c" providerId="Windows Live" clId="Web-{FED77E40-8256-DB4F-93F9-819A6B66DFA4}" dt="2025-10-12T14:35:55.394" v="23" actId="20577"/>
          <ac:spMkLst>
            <pc:docMk/>
            <pc:sldMk cId="77554804" sldId="276"/>
            <ac:spMk id="42" creationId="{5AEB60E8-3759-4FD0-9D3D-DDE4321F03EC}"/>
          </ac:spMkLst>
        </pc:spChg>
      </pc:sldChg>
      <pc:sldChg chg="addSp modSp">
        <pc:chgData name="Oghenenyerhovwo Precious Omonode" userId="d0038d03d9f5571c" providerId="Windows Live" clId="Web-{FED77E40-8256-DB4F-93F9-819A6B66DFA4}" dt="2025-10-12T14:41:49.301" v="124" actId="20577"/>
        <pc:sldMkLst>
          <pc:docMk/>
          <pc:sldMk cId="3898447929" sldId="292"/>
        </pc:sldMkLst>
        <pc:spChg chg="add mod">
          <ac:chgData name="Oghenenyerhovwo Precious Omonode" userId="d0038d03d9f5571c" providerId="Windows Live" clId="Web-{FED77E40-8256-DB4F-93F9-819A6B66DFA4}" dt="2025-10-12T14:36:33.222" v="27" actId="1076"/>
          <ac:spMkLst>
            <pc:docMk/>
            <pc:sldMk cId="3898447929" sldId="292"/>
            <ac:spMk id="3" creationId="{DA6A9AEF-FAE8-9328-D75D-73D59D3D7BD7}"/>
          </ac:spMkLst>
        </pc:spChg>
        <pc:spChg chg="mod">
          <ac:chgData name="Oghenenyerhovwo Precious Omonode" userId="d0038d03d9f5571c" providerId="Windows Live" clId="Web-{FED77E40-8256-DB4F-93F9-819A6B66DFA4}" dt="2025-10-12T14:41:49.301" v="124" actId="20577"/>
          <ac:spMkLst>
            <pc:docMk/>
            <pc:sldMk cId="3898447929" sldId="292"/>
            <ac:spMk id="9" creationId="{485E0237-B9A1-0B58-E0AA-05EF84817EB4}"/>
          </ac:spMkLst>
        </pc:spChg>
        <pc:picChg chg="mod">
          <ac:chgData name="Oghenenyerhovwo Precious Omonode" userId="d0038d03d9f5571c" providerId="Windows Live" clId="Web-{FED77E40-8256-DB4F-93F9-819A6B66DFA4}" dt="2025-10-12T14:41:35.552" v="123" actId="1076"/>
          <ac:picMkLst>
            <pc:docMk/>
            <pc:sldMk cId="3898447929" sldId="292"/>
            <ac:picMk id="19" creationId="{F7486284-2202-444B-839B-BAA7CF15468B}"/>
          </ac:picMkLst>
        </pc:picChg>
      </pc:sldChg>
    </pc:docChg>
  </pc:docChgLst>
  <pc:docChgLst>
    <pc:chgData name="Edifonini Akpanudo" userId="2a7efa5a87178b53" providerId="LiveId" clId="{18F6A37D-F79D-45D7-8D26-53B02C86518B}"/>
    <pc:docChg chg="custSel modSld modMainMaster">
      <pc:chgData name="Edifonini Akpanudo" userId="2a7efa5a87178b53" providerId="LiveId" clId="{18F6A37D-F79D-45D7-8D26-53B02C86518B}" dt="2025-10-09T12:07:46.254" v="47" actId="1076"/>
      <pc:docMkLst>
        <pc:docMk/>
      </pc:docMkLst>
      <pc:sldChg chg="modSp mod">
        <pc:chgData name="Edifonini Akpanudo" userId="2a7efa5a87178b53" providerId="LiveId" clId="{18F6A37D-F79D-45D7-8D26-53B02C86518B}" dt="2025-10-09T12:02:05.781" v="0" actId="207"/>
        <pc:sldMkLst>
          <pc:docMk/>
          <pc:sldMk cId="320962604" sldId="301"/>
        </pc:sldMkLst>
        <pc:spChg chg="mod">
          <ac:chgData name="Edifonini Akpanudo" userId="2a7efa5a87178b53" providerId="LiveId" clId="{18F6A37D-F79D-45D7-8D26-53B02C86518B}" dt="2025-10-09T12:02:05.781" v="0" actId="207"/>
          <ac:spMkLst>
            <pc:docMk/>
            <pc:sldMk cId="320962604" sldId="301"/>
            <ac:spMk id="3" creationId="{BA4EACFD-D939-4C0E-BC92-1C8782D8CE07}"/>
          </ac:spMkLst>
        </pc:spChg>
      </pc:sldChg>
      <pc:sldChg chg="modSp mod">
        <pc:chgData name="Edifonini Akpanudo" userId="2a7efa5a87178b53" providerId="LiveId" clId="{18F6A37D-F79D-45D7-8D26-53B02C86518B}" dt="2025-10-09T12:02:22.311" v="1" actId="207"/>
        <pc:sldMkLst>
          <pc:docMk/>
          <pc:sldMk cId="1712042157" sldId="302"/>
        </pc:sldMkLst>
        <pc:spChg chg="mod">
          <ac:chgData name="Edifonini Akpanudo" userId="2a7efa5a87178b53" providerId="LiveId" clId="{18F6A37D-F79D-45D7-8D26-53B02C86518B}" dt="2025-10-09T12:02:22.311" v="1" actId="207"/>
          <ac:spMkLst>
            <pc:docMk/>
            <pc:sldMk cId="1712042157" sldId="302"/>
            <ac:spMk id="3" creationId="{BA4EACFD-D939-4C0E-BC92-1C8782D8CE07}"/>
          </ac:spMkLst>
        </pc:spChg>
      </pc:sldChg>
      <pc:sldChg chg="addSp delSp modSp mod">
        <pc:chgData name="Edifonini Akpanudo" userId="2a7efa5a87178b53" providerId="LiveId" clId="{18F6A37D-F79D-45D7-8D26-53B02C86518B}" dt="2025-10-09T12:03:44.895" v="14"/>
        <pc:sldMkLst>
          <pc:docMk/>
          <pc:sldMk cId="4147461266" sldId="303"/>
        </pc:sldMkLst>
        <pc:graphicFrameChg chg="add mod">
          <ac:chgData name="Edifonini Akpanudo" userId="2a7efa5a87178b53" providerId="LiveId" clId="{18F6A37D-F79D-45D7-8D26-53B02C86518B}" dt="2025-10-09T12:03:44.895" v="14"/>
          <ac:graphicFrameMkLst>
            <pc:docMk/>
            <pc:sldMk cId="4147461266" sldId="303"/>
            <ac:graphicFrameMk id="8" creationId="{DA66CA99-C1AF-47D7-9CEE-07DAF07B5A43}"/>
          </ac:graphicFrameMkLst>
        </pc:graphicFrameChg>
      </pc:sldChg>
      <pc:sldChg chg="addSp delSp modSp mod">
        <pc:chgData name="Edifonini Akpanudo" userId="2a7efa5a87178b53" providerId="LiveId" clId="{18F6A37D-F79D-45D7-8D26-53B02C86518B}" dt="2025-10-09T12:07:46.254" v="47" actId="1076"/>
        <pc:sldMkLst>
          <pc:docMk/>
          <pc:sldMk cId="2347950618" sldId="304"/>
        </pc:sldMkLst>
        <pc:graphicFrameChg chg="add mod">
          <ac:chgData name="Edifonini Akpanudo" userId="2a7efa5a87178b53" providerId="LiveId" clId="{18F6A37D-F79D-45D7-8D26-53B02C86518B}" dt="2025-10-09T12:07:46.254" v="47" actId="1076"/>
          <ac:graphicFrameMkLst>
            <pc:docMk/>
            <pc:sldMk cId="2347950618" sldId="304"/>
            <ac:graphicFrameMk id="15" creationId="{DA66CA99-C1AF-47D7-9CEE-07DAF07B5A43}"/>
          </ac:graphicFrameMkLst>
        </pc:graphicFrameChg>
        <pc:graphicFrameChg chg="add mod">
          <ac:chgData name="Edifonini Akpanudo" userId="2a7efa5a87178b53" providerId="LiveId" clId="{18F6A37D-F79D-45D7-8D26-53B02C86518B}" dt="2025-10-09T12:05:22.192" v="29" actId="1076"/>
          <ac:graphicFrameMkLst>
            <pc:docMk/>
            <pc:sldMk cId="2347950618" sldId="304"/>
            <ac:graphicFrameMk id="17" creationId="{40D546E0-B65A-41F8-90BE-78122354CB9E}"/>
          </ac:graphicFrameMkLst>
        </pc:graphicFrameChg>
        <pc:graphicFrameChg chg="add mod">
          <ac:chgData name="Edifonini Akpanudo" userId="2a7efa5a87178b53" providerId="LiveId" clId="{18F6A37D-F79D-45D7-8D26-53B02C86518B}" dt="2025-10-09T12:06:07.173" v="37" actId="1076"/>
          <ac:graphicFrameMkLst>
            <pc:docMk/>
            <pc:sldMk cId="2347950618" sldId="304"/>
            <ac:graphicFrameMk id="18" creationId="{0573F8F7-773B-4C6A-958C-91D35638554A}"/>
          </ac:graphicFrameMkLst>
        </pc:graphicFrameChg>
        <pc:graphicFrameChg chg="add mod">
          <ac:chgData name="Edifonini Akpanudo" userId="2a7efa5a87178b53" providerId="LiveId" clId="{18F6A37D-F79D-45D7-8D26-53B02C86518B}" dt="2025-10-09T12:06:45.056" v="44"/>
          <ac:graphicFrameMkLst>
            <pc:docMk/>
            <pc:sldMk cId="2347950618" sldId="304"/>
            <ac:graphicFrameMk id="19" creationId="{6E3BDBC9-D0B4-4407-B6F1-6FC76608B818}"/>
          </ac:graphicFrameMkLst>
        </pc:graphicFrameChg>
      </pc:sldChg>
      <pc:sldMasterChg chg="modSldLayout">
        <pc:chgData name="Edifonini Akpanudo" userId="2a7efa5a87178b53" providerId="LiveId" clId="{18F6A37D-F79D-45D7-8D26-53B02C86518B}" dt="2025-10-09T12:07:24.075" v="46" actId="20577"/>
        <pc:sldMasterMkLst>
          <pc:docMk/>
          <pc:sldMasterMk cId="2020574204" sldId="2147483648"/>
        </pc:sldMasterMkLst>
        <pc:sldLayoutChg chg="modSp mod">
          <pc:chgData name="Edifonini Akpanudo" userId="2a7efa5a87178b53" providerId="LiveId" clId="{18F6A37D-F79D-45D7-8D26-53B02C86518B}" dt="2025-10-09T12:07:24.075" v="46" actId="20577"/>
          <pc:sldLayoutMkLst>
            <pc:docMk/>
            <pc:sldMasterMk cId="2020574204" sldId="2147483648"/>
            <pc:sldLayoutMk cId="4161259845" sldId="2147483651"/>
          </pc:sldLayoutMkLst>
          <pc:spChg chg="mod">
            <ac:chgData name="Edifonini Akpanudo" userId="2a7efa5a87178b53" providerId="LiveId" clId="{18F6A37D-F79D-45D7-8D26-53B02C86518B}" dt="2025-10-09T12:07:24.075" v="46" actId="20577"/>
            <ac:spMkLst>
              <pc:docMk/>
              <pc:sldMasterMk cId="2020574204" sldId="2147483648"/>
              <pc:sldLayoutMk cId="4161259845" sldId="2147483651"/>
              <ac:spMk id="2" creationId="{59E687D5-A220-462C-8C1C-1A8C135D9E5C}"/>
            </ac:spMkLst>
          </pc:spChg>
        </pc:sldLayoutChg>
      </pc:sldMasterChg>
    </pc:docChg>
  </pc:docChgLst>
  <pc:docChgLst>
    <pc:chgData name="Oghenenyerhovwo Precious Omonode" userId="d0038d03d9f5571c" providerId="Windows Live" clId="Web-{8E026421-5912-204B-14E7-4D1CE7ED77AD}"/>
    <pc:docChg chg="modSld">
      <pc:chgData name="Oghenenyerhovwo Precious Omonode" userId="d0038d03d9f5571c" providerId="Windows Live" clId="Web-{8E026421-5912-204B-14E7-4D1CE7ED77AD}" dt="2025-10-12T17:03:21.640" v="84" actId="1076"/>
      <pc:docMkLst>
        <pc:docMk/>
      </pc:docMkLst>
      <pc:sldChg chg="modSp">
        <pc:chgData name="Oghenenyerhovwo Precious Omonode" userId="d0038d03d9f5571c" providerId="Windows Live" clId="Web-{8E026421-5912-204B-14E7-4D1CE7ED77AD}" dt="2025-10-12T16:58:58.917" v="43" actId="20577"/>
        <pc:sldMkLst>
          <pc:docMk/>
          <pc:sldMk cId="77554804" sldId="276"/>
        </pc:sldMkLst>
        <pc:spChg chg="mod">
          <ac:chgData name="Oghenenyerhovwo Precious Omonode" userId="d0038d03d9f5571c" providerId="Windows Live" clId="Web-{8E026421-5912-204B-14E7-4D1CE7ED77AD}" dt="2025-10-12T16:58:58.917" v="43" actId="20577"/>
          <ac:spMkLst>
            <pc:docMk/>
            <pc:sldMk cId="77554804" sldId="276"/>
            <ac:spMk id="42" creationId="{5AEB60E8-3759-4FD0-9D3D-DDE4321F03EC}"/>
          </ac:spMkLst>
        </pc:spChg>
      </pc:sldChg>
      <pc:sldChg chg="addSp delSp modSp">
        <pc:chgData name="Oghenenyerhovwo Precious Omonode" userId="d0038d03d9f5571c" providerId="Windows Live" clId="Web-{8E026421-5912-204B-14E7-4D1CE7ED77AD}" dt="2025-10-12T17:00:15.824" v="55"/>
        <pc:sldMkLst>
          <pc:docMk/>
          <pc:sldMk cId="2088028601" sldId="296"/>
        </pc:sldMkLst>
        <pc:picChg chg="add del mod">
          <ac:chgData name="Oghenenyerhovwo Precious Omonode" userId="d0038d03d9f5571c" providerId="Windows Live" clId="Web-{8E026421-5912-204B-14E7-4D1CE7ED77AD}" dt="2025-10-12T17:00:15.824" v="55"/>
          <ac:picMkLst>
            <pc:docMk/>
            <pc:sldMk cId="2088028601" sldId="296"/>
            <ac:picMk id="2" creationId="{033D1C90-092F-3369-C9B6-52969D2A4A9A}"/>
          </ac:picMkLst>
        </pc:picChg>
      </pc:sldChg>
      <pc:sldChg chg="addSp delSp modSp">
        <pc:chgData name="Oghenenyerhovwo Precious Omonode" userId="d0038d03d9f5571c" providerId="Windows Live" clId="Web-{8E026421-5912-204B-14E7-4D1CE7ED77AD}" dt="2025-10-12T17:00:37.043" v="59"/>
        <pc:sldMkLst>
          <pc:docMk/>
          <pc:sldMk cId="3732730893" sldId="297"/>
        </pc:sldMkLst>
        <pc:spChg chg="del">
          <ac:chgData name="Oghenenyerhovwo Precious Omonode" userId="d0038d03d9f5571c" providerId="Windows Live" clId="Web-{8E026421-5912-204B-14E7-4D1CE7ED77AD}" dt="2025-10-12T16:59:42.230" v="47"/>
          <ac:spMkLst>
            <pc:docMk/>
            <pc:sldMk cId="3732730893" sldId="297"/>
            <ac:spMk id="10" creationId="{C8FEA808-BEB8-4C50-88CC-22BB3BB4625D}"/>
          </ac:spMkLst>
        </pc:spChg>
        <pc:spChg chg="del">
          <ac:chgData name="Oghenenyerhovwo Precious Omonode" userId="d0038d03d9f5571c" providerId="Windows Live" clId="Web-{8E026421-5912-204B-14E7-4D1CE7ED77AD}" dt="2025-10-12T16:59:42.230" v="46"/>
          <ac:spMkLst>
            <pc:docMk/>
            <pc:sldMk cId="3732730893" sldId="297"/>
            <ac:spMk id="15" creationId="{37F5433B-8310-4A44-B860-8167591435B8}"/>
          </ac:spMkLst>
        </pc:spChg>
        <pc:picChg chg="add del mod">
          <ac:chgData name="Oghenenyerhovwo Precious Omonode" userId="d0038d03d9f5571c" providerId="Windows Live" clId="Web-{8E026421-5912-204B-14E7-4D1CE7ED77AD}" dt="2025-10-12T17:00:05.402" v="52"/>
          <ac:picMkLst>
            <pc:docMk/>
            <pc:sldMk cId="3732730893" sldId="297"/>
            <ac:picMk id="2" creationId="{02B47E20-5B25-8634-37CC-BEE31BB1A9B1}"/>
          </ac:picMkLst>
        </pc:picChg>
        <pc:picChg chg="add del mod">
          <ac:chgData name="Oghenenyerhovwo Precious Omonode" userId="d0038d03d9f5571c" providerId="Windows Live" clId="Web-{8E026421-5912-204B-14E7-4D1CE7ED77AD}" dt="2025-10-12T17:00:37.043" v="59"/>
          <ac:picMkLst>
            <pc:docMk/>
            <pc:sldMk cId="3732730893" sldId="297"/>
            <ac:picMk id="3" creationId="{5BE98E5D-25F0-865B-61E3-7637B2792008}"/>
          </ac:picMkLst>
        </pc:picChg>
        <pc:picChg chg="del">
          <ac:chgData name="Oghenenyerhovwo Precious Omonode" userId="d0038d03d9f5571c" providerId="Windows Live" clId="Web-{8E026421-5912-204B-14E7-4D1CE7ED77AD}" dt="2025-10-12T16:59:42.214" v="44"/>
          <ac:picMkLst>
            <pc:docMk/>
            <pc:sldMk cId="3732730893" sldId="297"/>
            <ac:picMk id="6" creationId="{73A4E146-ED0F-42DE-A9C5-6A837F6B4578}"/>
          </ac:picMkLst>
        </pc:picChg>
        <pc:picChg chg="del">
          <ac:chgData name="Oghenenyerhovwo Precious Omonode" userId="d0038d03d9f5571c" providerId="Windows Live" clId="Web-{8E026421-5912-204B-14E7-4D1CE7ED77AD}" dt="2025-10-12T16:59:42.214" v="45"/>
          <ac:picMkLst>
            <pc:docMk/>
            <pc:sldMk cId="3732730893" sldId="297"/>
            <ac:picMk id="17" creationId="{F5949C09-C979-4A6E-823D-5DDBCF1F4AD3}"/>
          </ac:picMkLst>
        </pc:picChg>
      </pc:sldChg>
      <pc:sldChg chg="addSp delSp modSp">
        <pc:chgData name="Oghenenyerhovwo Precious Omonode" userId="d0038d03d9f5571c" providerId="Windows Live" clId="Web-{8E026421-5912-204B-14E7-4D1CE7ED77AD}" dt="2025-10-12T17:00:53.246" v="65" actId="1076"/>
        <pc:sldMkLst>
          <pc:docMk/>
          <pc:sldMk cId="15486952" sldId="298"/>
        </pc:sldMkLst>
        <pc:spChg chg="del">
          <ac:chgData name="Oghenenyerhovwo Precious Omonode" userId="d0038d03d9f5571c" providerId="Windows Live" clId="Web-{8E026421-5912-204B-14E7-4D1CE7ED77AD}" dt="2025-10-12T17:00:45.465" v="63"/>
          <ac:spMkLst>
            <pc:docMk/>
            <pc:sldMk cId="15486952" sldId="298"/>
            <ac:spMk id="10" creationId="{C8FEA808-BEB8-4C50-88CC-22BB3BB4625D}"/>
          </ac:spMkLst>
        </pc:spChg>
        <pc:spChg chg="del">
          <ac:chgData name="Oghenenyerhovwo Precious Omonode" userId="d0038d03d9f5571c" providerId="Windows Live" clId="Web-{8E026421-5912-204B-14E7-4D1CE7ED77AD}" dt="2025-10-12T17:00:45.465" v="62"/>
          <ac:spMkLst>
            <pc:docMk/>
            <pc:sldMk cId="15486952" sldId="298"/>
            <ac:spMk id="15" creationId="{37F5433B-8310-4A44-B860-8167591435B8}"/>
          </ac:spMkLst>
        </pc:spChg>
        <pc:picChg chg="add mod">
          <ac:chgData name="Oghenenyerhovwo Precious Omonode" userId="d0038d03d9f5571c" providerId="Windows Live" clId="Web-{8E026421-5912-204B-14E7-4D1CE7ED77AD}" dt="2025-10-12T17:00:53.246" v="65" actId="1076"/>
          <ac:picMkLst>
            <pc:docMk/>
            <pc:sldMk cId="15486952" sldId="298"/>
            <ac:picMk id="2" creationId="{B3EB9CF6-F004-460E-9783-EDBEA3EBA15E}"/>
          </ac:picMkLst>
        </pc:picChg>
        <pc:picChg chg="del">
          <ac:chgData name="Oghenenyerhovwo Precious Omonode" userId="d0038d03d9f5571c" providerId="Windows Live" clId="Web-{8E026421-5912-204B-14E7-4D1CE7ED77AD}" dt="2025-10-12T17:00:45.465" v="60"/>
          <ac:picMkLst>
            <pc:docMk/>
            <pc:sldMk cId="15486952" sldId="298"/>
            <ac:picMk id="11" creationId="{1B220D8B-CEB0-4C28-8F8B-2F306D975DD5}"/>
          </ac:picMkLst>
        </pc:picChg>
        <pc:picChg chg="del">
          <ac:chgData name="Oghenenyerhovwo Precious Omonode" userId="d0038d03d9f5571c" providerId="Windows Live" clId="Web-{8E026421-5912-204B-14E7-4D1CE7ED77AD}" dt="2025-10-12T17:00:45.465" v="61"/>
          <ac:picMkLst>
            <pc:docMk/>
            <pc:sldMk cId="15486952" sldId="298"/>
            <ac:picMk id="17" creationId="{F5949C09-C979-4A6E-823D-5DDBCF1F4AD3}"/>
          </ac:picMkLst>
        </pc:picChg>
      </pc:sldChg>
      <pc:sldChg chg="addSp delSp modSp">
        <pc:chgData name="Oghenenyerhovwo Precious Omonode" userId="d0038d03d9f5571c" providerId="Windows Live" clId="Web-{8E026421-5912-204B-14E7-4D1CE7ED77AD}" dt="2025-10-12T17:02:11.436" v="75" actId="14100"/>
        <pc:sldMkLst>
          <pc:docMk/>
          <pc:sldMk cId="3922923429" sldId="299"/>
        </pc:sldMkLst>
        <pc:spChg chg="add del mod">
          <ac:chgData name="Oghenenyerhovwo Precious Omonode" userId="d0038d03d9f5571c" providerId="Windows Live" clId="Web-{8E026421-5912-204B-14E7-4D1CE7ED77AD}" dt="2025-10-12T15:49:21.537" v="7"/>
          <ac:spMkLst>
            <pc:docMk/>
            <pc:sldMk cId="3922923429" sldId="299"/>
            <ac:spMk id="3" creationId="{47ED89B6-5E8A-9173-1988-6B33C1027F99}"/>
          </ac:spMkLst>
        </pc:spChg>
        <pc:spChg chg="add del mod">
          <ac:chgData name="Oghenenyerhovwo Precious Omonode" userId="d0038d03d9f5571c" providerId="Windows Live" clId="Web-{8E026421-5912-204B-14E7-4D1CE7ED77AD}" dt="2025-10-12T15:49:33.209" v="11" actId="14100"/>
          <ac:spMkLst>
            <pc:docMk/>
            <pc:sldMk cId="3922923429" sldId="299"/>
            <ac:spMk id="20" creationId="{CC0093B1-77CC-1E61-FB22-E136F94EABD2}"/>
          </ac:spMkLst>
        </pc:spChg>
        <pc:spChg chg="del">
          <ac:chgData name="Oghenenyerhovwo Precious Omonode" userId="d0038d03d9f5571c" providerId="Windows Live" clId="Web-{8E026421-5912-204B-14E7-4D1CE7ED77AD}" dt="2025-10-12T17:01:13.496" v="69"/>
          <ac:spMkLst>
            <pc:docMk/>
            <pc:sldMk cId="3922923429" sldId="299"/>
            <ac:spMk id="24" creationId="{C086DB8C-9A90-429B-810E-876E621CDEE7}"/>
          </ac:spMkLst>
        </pc:spChg>
        <pc:spChg chg="del">
          <ac:chgData name="Oghenenyerhovwo Precious Omonode" userId="d0038d03d9f5571c" providerId="Windows Live" clId="Web-{8E026421-5912-204B-14E7-4D1CE7ED77AD}" dt="2025-10-12T17:01:13.496" v="68"/>
          <ac:spMkLst>
            <pc:docMk/>
            <pc:sldMk cId="3922923429" sldId="299"/>
            <ac:spMk id="25" creationId="{BC00C760-861B-4CF6-BD0C-5806970F2449}"/>
          </ac:spMkLst>
        </pc:spChg>
        <pc:picChg chg="add mod">
          <ac:chgData name="Oghenenyerhovwo Precious Omonode" userId="d0038d03d9f5571c" providerId="Windows Live" clId="Web-{8E026421-5912-204B-14E7-4D1CE7ED77AD}" dt="2025-10-12T17:02:11.436" v="75" actId="14100"/>
          <ac:picMkLst>
            <pc:docMk/>
            <pc:sldMk cId="3922923429" sldId="299"/>
            <ac:picMk id="2" creationId="{46A45CAE-81D6-51DE-2AC6-317831738425}"/>
          </ac:picMkLst>
        </pc:picChg>
        <pc:picChg chg="del">
          <ac:chgData name="Oghenenyerhovwo Precious Omonode" userId="d0038d03d9f5571c" providerId="Windows Live" clId="Web-{8E026421-5912-204B-14E7-4D1CE7ED77AD}" dt="2025-10-12T17:01:13.496" v="67"/>
          <ac:picMkLst>
            <pc:docMk/>
            <pc:sldMk cId="3922923429" sldId="299"/>
            <ac:picMk id="26" creationId="{2663463F-0653-436A-BB39-2D10F5EB172B}"/>
          </ac:picMkLst>
        </pc:picChg>
        <pc:picChg chg="del">
          <ac:chgData name="Oghenenyerhovwo Precious Omonode" userId="d0038d03d9f5571c" providerId="Windows Live" clId="Web-{8E026421-5912-204B-14E7-4D1CE7ED77AD}" dt="2025-10-12T17:01:13.496" v="66"/>
          <ac:picMkLst>
            <pc:docMk/>
            <pc:sldMk cId="3922923429" sldId="299"/>
            <ac:picMk id="29" creationId="{FFDD51FD-EDEA-470E-A609-4DA06D1B01E8}"/>
          </ac:picMkLst>
        </pc:picChg>
      </pc:sldChg>
      <pc:sldChg chg="addSp delSp modSp">
        <pc:chgData name="Oghenenyerhovwo Precious Omonode" userId="d0038d03d9f5571c" providerId="Windows Live" clId="Web-{8E026421-5912-204B-14E7-4D1CE7ED77AD}" dt="2025-10-12T17:03:21.640" v="84" actId="1076"/>
        <pc:sldMkLst>
          <pc:docMk/>
          <pc:sldMk cId="1714333623" sldId="300"/>
        </pc:sldMkLst>
        <pc:spChg chg="mod">
          <ac:chgData name="Oghenenyerhovwo Precious Omonode" userId="d0038d03d9f5571c" providerId="Windows Live" clId="Web-{8E026421-5912-204B-14E7-4D1CE7ED77AD}" dt="2025-10-12T15:49:39.380" v="12" actId="14100"/>
          <ac:spMkLst>
            <pc:docMk/>
            <pc:sldMk cId="1714333623" sldId="300"/>
            <ac:spMk id="20" creationId="{CC0093B1-77CC-1E61-FB22-E136F94EABD2}"/>
          </ac:spMkLst>
        </pc:spChg>
        <pc:spChg chg="del">
          <ac:chgData name="Oghenenyerhovwo Precious Omonode" userId="d0038d03d9f5571c" providerId="Windows Live" clId="Web-{8E026421-5912-204B-14E7-4D1CE7ED77AD}" dt="2025-10-12T17:03:09.186" v="81"/>
          <ac:spMkLst>
            <pc:docMk/>
            <pc:sldMk cId="1714333623" sldId="300"/>
            <ac:spMk id="24" creationId="{C086DB8C-9A90-429B-810E-876E621CDEE7}"/>
          </ac:spMkLst>
        </pc:spChg>
        <pc:spChg chg="del">
          <ac:chgData name="Oghenenyerhovwo Precious Omonode" userId="d0038d03d9f5571c" providerId="Windows Live" clId="Web-{8E026421-5912-204B-14E7-4D1CE7ED77AD}" dt="2025-10-12T17:03:05.498" v="79"/>
          <ac:spMkLst>
            <pc:docMk/>
            <pc:sldMk cId="1714333623" sldId="300"/>
            <ac:spMk id="25" creationId="{BC00C760-861B-4CF6-BD0C-5806970F2449}"/>
          </ac:spMkLst>
        </pc:spChg>
        <pc:picChg chg="add mod">
          <ac:chgData name="Oghenenyerhovwo Precious Omonode" userId="d0038d03d9f5571c" providerId="Windows Live" clId="Web-{8E026421-5912-204B-14E7-4D1CE7ED77AD}" dt="2025-10-12T17:03:21.640" v="84" actId="1076"/>
          <ac:picMkLst>
            <pc:docMk/>
            <pc:sldMk cId="1714333623" sldId="300"/>
            <ac:picMk id="3" creationId="{9F47DA73-1BA2-F1F3-85ED-BDC915FFEB1A}"/>
          </ac:picMkLst>
        </pc:picChg>
        <pc:picChg chg="del">
          <ac:chgData name="Oghenenyerhovwo Precious Omonode" userId="d0038d03d9f5571c" providerId="Windows Live" clId="Web-{8E026421-5912-204B-14E7-4D1CE7ED77AD}" dt="2025-10-12T17:03:07.436" v="80"/>
          <ac:picMkLst>
            <pc:docMk/>
            <pc:sldMk cId="1714333623" sldId="300"/>
            <ac:picMk id="26" creationId="{2663463F-0653-436A-BB39-2D10F5EB172B}"/>
          </ac:picMkLst>
        </pc:picChg>
        <pc:picChg chg="del">
          <ac:chgData name="Oghenenyerhovwo Precious Omonode" userId="d0038d03d9f5571c" providerId="Windows Live" clId="Web-{8E026421-5912-204B-14E7-4D1CE7ED77AD}" dt="2025-10-12T17:03:04.373" v="78"/>
          <ac:picMkLst>
            <pc:docMk/>
            <pc:sldMk cId="1714333623" sldId="300"/>
            <ac:picMk id="31" creationId="{5BF0B5AB-82CA-4D07-94D3-08CC4B50C7A5}"/>
          </ac:picMkLst>
        </pc:picChg>
      </pc:sldChg>
      <pc:sldChg chg="delSp">
        <pc:chgData name="Oghenenyerhovwo Precious Omonode" userId="d0038d03d9f5571c" providerId="Windows Live" clId="Web-{8E026421-5912-204B-14E7-4D1CE7ED77AD}" dt="2025-10-12T16:51:26.584" v="13"/>
        <pc:sldMkLst>
          <pc:docMk/>
          <pc:sldMk cId="1712042157" sldId="302"/>
        </pc:sldMkLst>
        <pc:spChg chg="del">
          <ac:chgData name="Oghenenyerhovwo Precious Omonode" userId="d0038d03d9f5571c" providerId="Windows Live" clId="Web-{8E026421-5912-204B-14E7-4D1CE7ED77AD}" dt="2025-10-12T16:51:26.584" v="13"/>
          <ac:spMkLst>
            <pc:docMk/>
            <pc:sldMk cId="1712042157" sldId="302"/>
            <ac:spMk id="8" creationId="{C5777821-3B20-9454-5288-1136AB981E24}"/>
          </ac:spMkLst>
        </pc:spChg>
      </pc:sldChg>
      <pc:sldChg chg="delSp">
        <pc:chgData name="Oghenenyerhovwo Precious Omonode" userId="d0038d03d9f5571c" providerId="Windows Live" clId="Web-{8E026421-5912-204B-14E7-4D1CE7ED77AD}" dt="2025-10-12T16:51:31.146" v="14"/>
        <pc:sldMkLst>
          <pc:docMk/>
          <pc:sldMk cId="4147461266" sldId="303"/>
        </pc:sldMkLst>
        <pc:spChg chg="del">
          <ac:chgData name="Oghenenyerhovwo Precious Omonode" userId="d0038d03d9f5571c" providerId="Windows Live" clId="Web-{8E026421-5912-204B-14E7-4D1CE7ED77AD}" dt="2025-10-12T16:51:31.146" v="14"/>
          <ac:spMkLst>
            <pc:docMk/>
            <pc:sldMk cId="4147461266" sldId="303"/>
            <ac:spMk id="3" creationId="{BF83C3F8-EEE8-CAD9-07BA-6EE823FF9F09}"/>
          </ac:spMkLst>
        </pc:spChg>
      </pc:sldChg>
    </pc:docChg>
  </pc:docChgLst>
  <pc:docChgLst>
    <pc:chgData name="Oghenenyerhovwo Precious Omonode" userId="d0038d03d9f5571c" providerId="LiveId" clId="{2BAF66DB-54BA-40E1-BABC-D40DF5469179}"/>
    <pc:docChg chg="undo redo custSel addSld delSld modSld sldOrd modMainMaster">
      <pc:chgData name="Oghenenyerhovwo Precious Omonode" userId="d0038d03d9f5571c" providerId="LiveId" clId="{2BAF66DB-54BA-40E1-BABC-D40DF5469179}" dt="2025-10-09T02:20:13.699" v="2916" actId="1036"/>
      <pc:docMkLst>
        <pc:docMk/>
      </pc:docMkLst>
      <pc:sldChg chg="addSp delSp modSp mod ord">
        <pc:chgData name="Oghenenyerhovwo Precious Omonode" userId="d0038d03d9f5571c" providerId="LiveId" clId="{2BAF66DB-54BA-40E1-BABC-D40DF5469179}" dt="2025-10-09T02:20:13.699" v="2916" actId="1036"/>
        <pc:sldMkLst>
          <pc:docMk/>
          <pc:sldMk cId="77554804" sldId="276"/>
        </pc:sldMkLst>
        <pc:spChg chg="add del mod">
          <ac:chgData name="Oghenenyerhovwo Precious Omonode" userId="d0038d03d9f5571c" providerId="LiveId" clId="{2BAF66DB-54BA-40E1-BABC-D40DF5469179}" dt="2025-10-09T02:08:19.284" v="2310" actId="14100"/>
          <ac:spMkLst>
            <pc:docMk/>
            <pc:sldMk cId="77554804" sldId="276"/>
            <ac:spMk id="4" creationId="{0A01EC1F-42C9-66C4-9D49-F6AF79D5BE91}"/>
          </ac:spMkLst>
        </pc:spChg>
        <pc:spChg chg="add del mod">
          <ac:chgData name="Oghenenyerhovwo Precious Omonode" userId="d0038d03d9f5571c" providerId="LiveId" clId="{2BAF66DB-54BA-40E1-BABC-D40DF5469179}" dt="2025-10-09T02:09:29.299" v="2339" actId="1076"/>
          <ac:spMkLst>
            <pc:docMk/>
            <pc:sldMk cId="77554804" sldId="276"/>
            <ac:spMk id="5" creationId="{81D18537-D028-9E9C-FB87-93F24955DFC7}"/>
          </ac:spMkLst>
        </pc:spChg>
        <pc:spChg chg="add del mod">
          <ac:chgData name="Oghenenyerhovwo Precious Omonode" userId="d0038d03d9f5571c" providerId="LiveId" clId="{2BAF66DB-54BA-40E1-BABC-D40DF5469179}" dt="2025-10-09T02:08:19.284" v="2310" actId="14100"/>
          <ac:spMkLst>
            <pc:docMk/>
            <pc:sldMk cId="77554804" sldId="276"/>
            <ac:spMk id="7" creationId="{7D6767F8-4670-E83D-85F4-1446B8B9D466}"/>
          </ac:spMkLst>
        </pc:spChg>
        <pc:spChg chg="add mod">
          <ac:chgData name="Oghenenyerhovwo Precious Omonode" userId="d0038d03d9f5571c" providerId="LiveId" clId="{2BAF66DB-54BA-40E1-BABC-D40DF5469179}" dt="2025-10-09T02:18:02.474" v="2890" actId="20577"/>
          <ac:spMkLst>
            <pc:docMk/>
            <pc:sldMk cId="77554804" sldId="276"/>
            <ac:spMk id="42" creationId="{5AEB60E8-3759-4FD0-9D3D-DDE4321F03EC}"/>
          </ac:spMkLst>
        </pc:spChg>
        <pc:spChg chg="add mod">
          <ac:chgData name="Oghenenyerhovwo Precious Omonode" userId="d0038d03d9f5571c" providerId="LiveId" clId="{2BAF66DB-54BA-40E1-BABC-D40DF5469179}" dt="2025-10-09T02:20:13.699" v="2916" actId="1036"/>
          <ac:spMkLst>
            <pc:docMk/>
            <pc:sldMk cId="77554804" sldId="276"/>
            <ac:spMk id="43" creationId="{C9044292-8EE5-4BE2-B414-146436A8C53C}"/>
          </ac:spMkLst>
        </pc:spChg>
        <pc:spChg chg="add mod">
          <ac:chgData name="Oghenenyerhovwo Precious Omonode" userId="d0038d03d9f5571c" providerId="LiveId" clId="{2BAF66DB-54BA-40E1-BABC-D40DF5469179}" dt="2025-10-09T02:20:02.875" v="2910" actId="1036"/>
          <ac:spMkLst>
            <pc:docMk/>
            <pc:sldMk cId="77554804" sldId="276"/>
            <ac:spMk id="44" creationId="{BADB16A9-3B4A-4770-93B8-4C08E153B461}"/>
          </ac:spMkLst>
        </pc:spChg>
      </pc:sldChg>
      <pc:sldChg chg="addSp delSp modSp mod">
        <pc:chgData name="Oghenenyerhovwo Precious Omonode" userId="d0038d03d9f5571c" providerId="LiveId" clId="{2BAF66DB-54BA-40E1-BABC-D40DF5469179}" dt="2025-10-09T02:06:49.927" v="2301" actId="1076"/>
        <pc:sldMkLst>
          <pc:docMk/>
          <pc:sldMk cId="3898447929" sldId="292"/>
        </pc:sldMkLst>
        <pc:spChg chg="mod">
          <ac:chgData name="Oghenenyerhovwo Precious Omonode" userId="d0038d03d9f5571c" providerId="LiveId" clId="{2BAF66DB-54BA-40E1-BABC-D40DF5469179}" dt="2025-10-09T02:06:49.927" v="2301" actId="1076"/>
          <ac:spMkLst>
            <pc:docMk/>
            <pc:sldMk cId="3898447929" sldId="292"/>
            <ac:spMk id="8" creationId="{FF07E49D-AC36-41AB-B754-602459C63A3C}"/>
          </ac:spMkLst>
        </pc:spChg>
        <pc:picChg chg="add mod ord">
          <ac:chgData name="Oghenenyerhovwo Precious Omonode" userId="d0038d03d9f5571c" providerId="LiveId" clId="{2BAF66DB-54BA-40E1-BABC-D40DF5469179}" dt="2025-10-09T02:06:04.822" v="2297" actId="14100"/>
          <ac:picMkLst>
            <pc:docMk/>
            <pc:sldMk cId="3898447929" sldId="292"/>
            <ac:picMk id="19" creationId="{F7486284-2202-444B-839B-BAA7CF15468B}"/>
          </ac:picMkLst>
        </pc:picChg>
      </pc:sldChg>
      <pc:sldChg chg="modSp mod">
        <pc:chgData name="Oghenenyerhovwo Precious Omonode" userId="d0038d03d9f5571c" providerId="LiveId" clId="{2BAF66DB-54BA-40E1-BABC-D40DF5469179}" dt="2025-10-08T23:13:25.380" v="167" actId="313"/>
        <pc:sldMkLst>
          <pc:docMk/>
          <pc:sldMk cId="3732730893" sldId="297"/>
        </pc:sldMkLst>
        <pc:spChg chg="mod">
          <ac:chgData name="Oghenenyerhovwo Precious Omonode" userId="d0038d03d9f5571c" providerId="LiveId" clId="{2BAF66DB-54BA-40E1-BABC-D40DF5469179}" dt="2025-10-08T23:13:25.380" v="167" actId="313"/>
          <ac:spMkLst>
            <pc:docMk/>
            <pc:sldMk cId="3732730893" sldId="297"/>
            <ac:spMk id="20" creationId="{CC0093B1-77CC-1E61-FB22-E136F94EABD2}"/>
          </ac:spMkLst>
        </pc:spChg>
      </pc:sldChg>
      <pc:sldChg chg="addSp delSp modSp mod">
        <pc:chgData name="Oghenenyerhovwo Precious Omonode" userId="d0038d03d9f5571c" providerId="LiveId" clId="{2BAF66DB-54BA-40E1-BABC-D40DF5469179}" dt="2025-10-08T23:27:33.489" v="739"/>
        <pc:sldMkLst>
          <pc:docMk/>
          <pc:sldMk cId="15486952" sldId="298"/>
        </pc:sldMkLst>
        <pc:spChg chg="mod">
          <ac:chgData name="Oghenenyerhovwo Precious Omonode" userId="d0038d03d9f5571c" providerId="LiveId" clId="{2BAF66DB-54BA-40E1-BABC-D40DF5469179}" dt="2025-10-08T23:27:21.500" v="737" actId="13926"/>
          <ac:spMkLst>
            <pc:docMk/>
            <pc:sldMk cId="15486952" sldId="298"/>
            <ac:spMk id="5" creationId="{81D18537-D028-9E9C-FB87-93F24955DFC7}"/>
          </ac:spMkLst>
        </pc:spChg>
        <pc:spChg chg="mod">
          <ac:chgData name="Oghenenyerhovwo Precious Omonode" userId="d0038d03d9f5571c" providerId="LiveId" clId="{2BAF66DB-54BA-40E1-BABC-D40DF5469179}" dt="2025-10-08T23:27:17.103" v="736" actId="5793"/>
          <ac:spMkLst>
            <pc:docMk/>
            <pc:sldMk cId="15486952" sldId="298"/>
            <ac:spMk id="20" creationId="{CC0093B1-77CC-1E61-FB22-E136F94EABD2}"/>
          </ac:spMkLst>
        </pc:spChg>
      </pc:sldChg>
      <pc:sldChg chg="addSp delSp modSp mod">
        <pc:chgData name="Oghenenyerhovwo Precious Omonode" userId="d0038d03d9f5571c" providerId="LiveId" clId="{2BAF66DB-54BA-40E1-BABC-D40DF5469179}" dt="2025-10-08T23:40:43.524" v="1093" actId="20577"/>
        <pc:sldMkLst>
          <pc:docMk/>
          <pc:sldMk cId="3922923429" sldId="299"/>
        </pc:sldMkLst>
        <pc:spChg chg="mod">
          <ac:chgData name="Oghenenyerhovwo Precious Omonode" userId="d0038d03d9f5571c" providerId="LiveId" clId="{2BAF66DB-54BA-40E1-BABC-D40DF5469179}" dt="2025-10-08T23:40:43.524" v="1093" actId="20577"/>
          <ac:spMkLst>
            <pc:docMk/>
            <pc:sldMk cId="3922923429" sldId="299"/>
            <ac:spMk id="5" creationId="{81D18537-D028-9E9C-FB87-93F24955DFC7}"/>
          </ac:spMkLst>
        </pc:spChg>
        <pc:spChg chg="mod">
          <ac:chgData name="Oghenenyerhovwo Precious Omonode" userId="d0038d03d9f5571c" providerId="LiveId" clId="{2BAF66DB-54BA-40E1-BABC-D40DF5469179}" dt="2025-10-08T23:33:30.322" v="1017" actId="20577"/>
          <ac:spMkLst>
            <pc:docMk/>
            <pc:sldMk cId="3922923429" sldId="299"/>
            <ac:spMk id="20" creationId="{CC0093B1-77CC-1E61-FB22-E136F94EABD2}"/>
          </ac:spMkLst>
        </pc:spChg>
      </pc:sldChg>
      <pc:sldChg chg="delSp modSp add mod">
        <pc:chgData name="Oghenenyerhovwo Precious Omonode" userId="d0038d03d9f5571c" providerId="LiveId" clId="{2BAF66DB-54BA-40E1-BABC-D40DF5469179}" dt="2025-10-08T23:40:53.222" v="1105" actId="20577"/>
        <pc:sldMkLst>
          <pc:docMk/>
          <pc:sldMk cId="1714333623" sldId="300"/>
        </pc:sldMkLst>
        <pc:spChg chg="mod">
          <ac:chgData name="Oghenenyerhovwo Precious Omonode" userId="d0038d03d9f5571c" providerId="LiveId" clId="{2BAF66DB-54BA-40E1-BABC-D40DF5469179}" dt="2025-10-08T23:40:53.222" v="1105" actId="20577"/>
          <ac:spMkLst>
            <pc:docMk/>
            <pc:sldMk cId="1714333623" sldId="300"/>
            <ac:spMk id="5" creationId="{81D18537-D028-9E9C-FB87-93F24955DFC7}"/>
          </ac:spMkLst>
        </pc:spChg>
        <pc:spChg chg="mod">
          <ac:chgData name="Oghenenyerhovwo Precious Omonode" userId="d0038d03d9f5571c" providerId="LiveId" clId="{2BAF66DB-54BA-40E1-BABC-D40DF5469179}" dt="2025-10-08T23:40:24.375" v="1071" actId="1035"/>
          <ac:spMkLst>
            <pc:docMk/>
            <pc:sldMk cId="1714333623" sldId="300"/>
            <ac:spMk id="24" creationId="{C086DB8C-9A90-429B-810E-876E621CDEE7}"/>
          </ac:spMkLst>
        </pc:spChg>
        <pc:spChg chg="mod">
          <ac:chgData name="Oghenenyerhovwo Precious Omonode" userId="d0038d03d9f5571c" providerId="LiveId" clId="{2BAF66DB-54BA-40E1-BABC-D40DF5469179}" dt="2025-10-08T23:40:24.375" v="1071" actId="1035"/>
          <ac:spMkLst>
            <pc:docMk/>
            <pc:sldMk cId="1714333623" sldId="300"/>
            <ac:spMk id="25" creationId="{BC00C760-861B-4CF6-BD0C-5806970F2449}"/>
          </ac:spMkLst>
        </pc:spChg>
        <pc:picChg chg="mod">
          <ac:chgData name="Oghenenyerhovwo Precious Omonode" userId="d0038d03d9f5571c" providerId="LiveId" clId="{2BAF66DB-54BA-40E1-BABC-D40DF5469179}" dt="2025-10-08T23:40:24.375" v="1071" actId="1035"/>
          <ac:picMkLst>
            <pc:docMk/>
            <pc:sldMk cId="1714333623" sldId="300"/>
            <ac:picMk id="26" creationId="{2663463F-0653-436A-BB39-2D10F5EB172B}"/>
          </ac:picMkLst>
        </pc:picChg>
        <pc:picChg chg="mod">
          <ac:chgData name="Oghenenyerhovwo Precious Omonode" userId="d0038d03d9f5571c" providerId="LiveId" clId="{2BAF66DB-54BA-40E1-BABC-D40DF5469179}" dt="2025-10-08T23:40:24.375" v="1071" actId="1035"/>
          <ac:picMkLst>
            <pc:docMk/>
            <pc:sldMk cId="1714333623" sldId="300"/>
            <ac:picMk id="31" creationId="{5BF0B5AB-82CA-4D07-94D3-08CC4B50C7A5}"/>
          </ac:picMkLst>
        </pc:picChg>
      </pc:sldChg>
      <pc:sldChg chg="addSp delSp modSp add mod">
        <pc:chgData name="Oghenenyerhovwo Precious Omonode" userId="d0038d03d9f5571c" providerId="LiveId" clId="{2BAF66DB-54BA-40E1-BABC-D40DF5469179}" dt="2025-10-09T01:49:26.489" v="2029" actId="27918"/>
        <pc:sldMkLst>
          <pc:docMk/>
          <pc:sldMk cId="320962604" sldId="301"/>
        </pc:sldMkLst>
        <pc:spChg chg="add mod">
          <ac:chgData name="Oghenenyerhovwo Precious Omonode" userId="d0038d03d9f5571c" providerId="LiveId" clId="{2BAF66DB-54BA-40E1-BABC-D40DF5469179}" dt="2025-10-09T00:08:10.199" v="1504" actId="14100"/>
          <ac:spMkLst>
            <pc:docMk/>
            <pc:sldMk cId="320962604" sldId="301"/>
            <ac:spMk id="2" creationId="{328A5715-5293-45EC-8017-280FAD60806F}"/>
          </ac:spMkLst>
        </pc:spChg>
        <pc:spChg chg="add mod">
          <ac:chgData name="Oghenenyerhovwo Precious Omonode" userId="d0038d03d9f5571c" providerId="LiveId" clId="{2BAF66DB-54BA-40E1-BABC-D40DF5469179}" dt="2025-10-09T00:06:31.329" v="1435" actId="1035"/>
          <ac:spMkLst>
            <pc:docMk/>
            <pc:sldMk cId="320962604" sldId="301"/>
            <ac:spMk id="3" creationId="{BA4EACFD-D939-4C0E-BC92-1C8782D8CE07}"/>
          </ac:spMkLst>
        </pc:spChg>
        <pc:spChg chg="add mod">
          <ac:chgData name="Oghenenyerhovwo Precious Omonode" userId="d0038d03d9f5571c" providerId="LiveId" clId="{2BAF66DB-54BA-40E1-BABC-D40DF5469179}" dt="2025-10-09T00:38:56.075" v="1707" actId="20577"/>
          <ac:spMkLst>
            <pc:docMk/>
            <pc:sldMk cId="320962604" sldId="301"/>
            <ac:spMk id="4" creationId="{0013E77E-F67F-438D-9A5F-35B221F1C51D}"/>
          </ac:spMkLst>
        </pc:spChg>
        <pc:spChg chg="mod">
          <ac:chgData name="Oghenenyerhovwo Precious Omonode" userId="d0038d03d9f5571c" providerId="LiveId" clId="{2BAF66DB-54BA-40E1-BABC-D40DF5469179}" dt="2025-10-08T23:43:20.751" v="1153" actId="14100"/>
          <ac:spMkLst>
            <pc:docMk/>
            <pc:sldMk cId="320962604" sldId="301"/>
            <ac:spMk id="5" creationId="{81D18537-D028-9E9C-FB87-93F24955DFC7}"/>
          </ac:spMkLst>
        </pc:spChg>
        <pc:spChg chg="add mod">
          <ac:chgData name="Oghenenyerhovwo Precious Omonode" userId="d0038d03d9f5571c" providerId="LiveId" clId="{2BAF66DB-54BA-40E1-BABC-D40DF5469179}" dt="2025-10-09T00:06:31.329" v="1435" actId="1035"/>
          <ac:spMkLst>
            <pc:docMk/>
            <pc:sldMk cId="320962604" sldId="301"/>
            <ac:spMk id="12" creationId="{BFADC742-DEFA-4073-B313-66708F155645}"/>
          </ac:spMkLst>
        </pc:spChg>
        <pc:spChg chg="add mod">
          <ac:chgData name="Oghenenyerhovwo Precious Omonode" userId="d0038d03d9f5571c" providerId="LiveId" clId="{2BAF66DB-54BA-40E1-BABC-D40DF5469179}" dt="2025-10-09T00:08:10.199" v="1504" actId="14100"/>
          <ac:spMkLst>
            <pc:docMk/>
            <pc:sldMk cId="320962604" sldId="301"/>
            <ac:spMk id="14" creationId="{568C21FF-41A5-438C-99E1-AD36D5586E9D}"/>
          </ac:spMkLst>
        </pc:spChg>
        <pc:spChg chg="add mod">
          <ac:chgData name="Oghenenyerhovwo Precious Omonode" userId="d0038d03d9f5571c" providerId="LiveId" clId="{2BAF66DB-54BA-40E1-BABC-D40DF5469179}" dt="2025-10-09T00:08:10.199" v="1504" actId="14100"/>
          <ac:spMkLst>
            <pc:docMk/>
            <pc:sldMk cId="320962604" sldId="301"/>
            <ac:spMk id="16" creationId="{4189C320-2753-40D2-987E-5E191CBA7323}"/>
          </ac:spMkLst>
        </pc:spChg>
        <pc:spChg chg="mod">
          <ac:chgData name="Oghenenyerhovwo Precious Omonode" userId="d0038d03d9f5571c" providerId="LiveId" clId="{2BAF66DB-54BA-40E1-BABC-D40DF5469179}" dt="2025-10-09T00:06:31.329" v="1435" actId="1035"/>
          <ac:spMkLst>
            <pc:docMk/>
            <pc:sldMk cId="320962604" sldId="301"/>
            <ac:spMk id="20" creationId="{CC0093B1-77CC-1E61-FB22-E136F94EABD2}"/>
          </ac:spMkLst>
        </pc:spChg>
        <pc:spChg chg="add mod">
          <ac:chgData name="Oghenenyerhovwo Precious Omonode" userId="d0038d03d9f5571c" providerId="LiveId" clId="{2BAF66DB-54BA-40E1-BABC-D40DF5469179}" dt="2025-10-09T00:08:30.855" v="1523" actId="1035"/>
          <ac:spMkLst>
            <pc:docMk/>
            <pc:sldMk cId="320962604" sldId="301"/>
            <ac:spMk id="22" creationId="{CC98208D-305E-421B-9FA4-3978C922FF3D}"/>
          </ac:spMkLst>
        </pc:spChg>
        <pc:spChg chg="add mod">
          <ac:chgData name="Oghenenyerhovwo Precious Omonode" userId="d0038d03d9f5571c" providerId="LiveId" clId="{2BAF66DB-54BA-40E1-BABC-D40DF5469179}" dt="2025-10-09T00:08:30.855" v="1523" actId="1035"/>
          <ac:spMkLst>
            <pc:docMk/>
            <pc:sldMk cId="320962604" sldId="301"/>
            <ac:spMk id="23" creationId="{309142A5-AD46-4115-9124-2477EBA43E83}"/>
          </ac:spMkLst>
        </pc:spChg>
        <pc:graphicFrameChg chg="add mod">
          <ac:chgData name="Oghenenyerhovwo Precious Omonode" userId="d0038d03d9f5571c" providerId="LiveId" clId="{2BAF66DB-54BA-40E1-BABC-D40DF5469179}" dt="2025-10-09T00:08:00.727" v="1503" actId="14100"/>
          <ac:graphicFrameMkLst>
            <pc:docMk/>
            <pc:sldMk cId="320962604" sldId="301"/>
            <ac:graphicFrameMk id="15" creationId="{E643ABB9-EB36-4307-B8A7-1E9F3FA90700}"/>
          </ac:graphicFrameMkLst>
        </pc:graphicFrameChg>
        <pc:graphicFrameChg chg="add mod">
          <ac:chgData name="Oghenenyerhovwo Precious Omonode" userId="d0038d03d9f5571c" providerId="LiveId" clId="{2BAF66DB-54BA-40E1-BABC-D40DF5469179}" dt="2025-10-09T00:07:52.146" v="1501" actId="1035"/>
          <ac:graphicFrameMkLst>
            <pc:docMk/>
            <pc:sldMk cId="320962604" sldId="301"/>
            <ac:graphicFrameMk id="17" creationId="{A3AAABE0-229C-4601-8B1A-54F4233DCE8E}"/>
          </ac:graphicFrameMkLst>
        </pc:graphicFrameChg>
        <pc:graphicFrameChg chg="add mod">
          <ac:chgData name="Oghenenyerhovwo Precious Omonode" userId="d0038d03d9f5571c" providerId="LiveId" clId="{2BAF66DB-54BA-40E1-BABC-D40DF5469179}" dt="2025-10-09T00:09:19.551" v="1532" actId="14100"/>
          <ac:graphicFrameMkLst>
            <pc:docMk/>
            <pc:sldMk cId="320962604" sldId="301"/>
            <ac:graphicFrameMk id="27" creationId="{F09E190B-7259-4B6D-9644-39C39430CF60}"/>
          </ac:graphicFrameMkLst>
        </pc:graphicFrameChg>
        <pc:picChg chg="add mod">
          <ac:chgData name="Oghenenyerhovwo Precious Omonode" userId="d0038d03d9f5571c" providerId="LiveId" clId="{2BAF66DB-54BA-40E1-BABC-D40DF5469179}" dt="2025-10-09T00:08:16.568" v="1517" actId="1036"/>
          <ac:picMkLst>
            <pc:docMk/>
            <pc:sldMk cId="320962604" sldId="301"/>
            <ac:picMk id="2050" creationId="{A8EE6830-4FE2-4C09-B00A-E9CE202AD0A3}"/>
          </ac:picMkLst>
        </pc:picChg>
      </pc:sldChg>
      <pc:sldChg chg="addSp delSp modSp add mod">
        <pc:chgData name="Oghenenyerhovwo Precious Omonode" userId="d0038d03d9f5571c" providerId="LiveId" clId="{2BAF66DB-54BA-40E1-BABC-D40DF5469179}" dt="2025-10-09T01:49:26.512" v="2031" actId="27918"/>
        <pc:sldMkLst>
          <pc:docMk/>
          <pc:sldMk cId="1712042157" sldId="302"/>
        </pc:sldMkLst>
        <pc:spChg chg="mod">
          <ac:chgData name="Oghenenyerhovwo Precious Omonode" userId="d0038d03d9f5571c" providerId="LiveId" clId="{2BAF66DB-54BA-40E1-BABC-D40DF5469179}" dt="2025-10-09T00:17:02.954" v="1598" actId="1036"/>
          <ac:spMkLst>
            <pc:docMk/>
            <pc:sldMk cId="1712042157" sldId="302"/>
            <ac:spMk id="3" creationId="{BA4EACFD-D939-4C0E-BC92-1C8782D8CE07}"/>
          </ac:spMkLst>
        </pc:spChg>
        <pc:spChg chg="mod">
          <ac:chgData name="Oghenenyerhovwo Precious Omonode" userId="d0038d03d9f5571c" providerId="LiveId" clId="{2BAF66DB-54BA-40E1-BABC-D40DF5469179}" dt="2025-10-09T01:04:57.271" v="1793" actId="20577"/>
          <ac:spMkLst>
            <pc:docMk/>
            <pc:sldMk cId="1712042157" sldId="302"/>
            <ac:spMk id="4" creationId="{0013E77E-F67F-438D-9A5F-35B221F1C51D}"/>
          </ac:spMkLst>
        </pc:spChg>
        <pc:spChg chg="mod">
          <ac:chgData name="Oghenenyerhovwo Precious Omonode" userId="d0038d03d9f5571c" providerId="LiveId" clId="{2BAF66DB-54BA-40E1-BABC-D40DF5469179}" dt="2025-10-09T00:40:13.726" v="1720" actId="20577"/>
          <ac:spMkLst>
            <pc:docMk/>
            <pc:sldMk cId="1712042157" sldId="302"/>
            <ac:spMk id="12" creationId="{BFADC742-DEFA-4073-B313-66708F155645}"/>
          </ac:spMkLst>
        </pc:spChg>
        <pc:spChg chg="mod">
          <ac:chgData name="Oghenenyerhovwo Precious Omonode" userId="d0038d03d9f5571c" providerId="LiveId" clId="{2BAF66DB-54BA-40E1-BABC-D40DF5469179}" dt="2025-10-09T00:25:21.992" v="1635" actId="14100"/>
          <ac:spMkLst>
            <pc:docMk/>
            <pc:sldMk cId="1712042157" sldId="302"/>
            <ac:spMk id="14" creationId="{568C21FF-41A5-438C-99E1-AD36D5586E9D}"/>
          </ac:spMkLst>
        </pc:spChg>
        <pc:spChg chg="mod">
          <ac:chgData name="Oghenenyerhovwo Precious Omonode" userId="d0038d03d9f5571c" providerId="LiveId" clId="{2BAF66DB-54BA-40E1-BABC-D40DF5469179}" dt="2025-10-09T00:15:58.278" v="1585" actId="20577"/>
          <ac:spMkLst>
            <pc:docMk/>
            <pc:sldMk cId="1712042157" sldId="302"/>
            <ac:spMk id="20" creationId="{CC0093B1-77CC-1E61-FB22-E136F94EABD2}"/>
          </ac:spMkLst>
        </pc:spChg>
        <pc:spChg chg="mod">
          <ac:chgData name="Oghenenyerhovwo Precious Omonode" userId="d0038d03d9f5571c" providerId="LiveId" clId="{2BAF66DB-54BA-40E1-BABC-D40DF5469179}" dt="2025-10-09T00:41:52.902" v="1778" actId="113"/>
          <ac:spMkLst>
            <pc:docMk/>
            <pc:sldMk cId="1712042157" sldId="302"/>
            <ac:spMk id="22" creationId="{CC98208D-305E-421B-9FA4-3978C922FF3D}"/>
          </ac:spMkLst>
        </pc:spChg>
        <pc:spChg chg="mod">
          <ac:chgData name="Oghenenyerhovwo Precious Omonode" userId="d0038d03d9f5571c" providerId="LiveId" clId="{2BAF66DB-54BA-40E1-BABC-D40DF5469179}" dt="2025-10-09T00:35:07.459" v="1667" actId="1076"/>
          <ac:spMkLst>
            <pc:docMk/>
            <pc:sldMk cId="1712042157" sldId="302"/>
            <ac:spMk id="23" creationId="{309142A5-AD46-4115-9124-2477EBA43E83}"/>
          </ac:spMkLst>
        </pc:spChg>
        <pc:graphicFrameChg chg="add mod">
          <ac:chgData name="Oghenenyerhovwo Precious Omonode" userId="d0038d03d9f5571c" providerId="LiveId" clId="{2BAF66DB-54BA-40E1-BABC-D40DF5469179}" dt="2025-10-09T00:27:55.832" v="1652" actId="14100"/>
          <ac:graphicFrameMkLst>
            <pc:docMk/>
            <pc:sldMk cId="1712042157" sldId="302"/>
            <ac:graphicFrameMk id="18" creationId="{C4695899-0973-4A17-AD8D-57CD37E6850C}"/>
          </ac:graphicFrameMkLst>
        </pc:graphicFrameChg>
        <pc:graphicFrameChg chg="add mod">
          <ac:chgData name="Oghenenyerhovwo Precious Omonode" userId="d0038d03d9f5571c" providerId="LiveId" clId="{2BAF66DB-54BA-40E1-BABC-D40DF5469179}" dt="2025-10-09T00:37:11.976" v="1697" actId="14100"/>
          <ac:graphicFrameMkLst>
            <pc:docMk/>
            <pc:sldMk cId="1712042157" sldId="302"/>
            <ac:graphicFrameMk id="19" creationId="{5F150095-6255-4DAA-82AA-8EB959612316}"/>
          </ac:graphicFrameMkLst>
        </pc:graphicFrameChg>
      </pc:sldChg>
      <pc:sldChg chg="addSp delSp modSp add mod">
        <pc:chgData name="Oghenenyerhovwo Precious Omonode" userId="d0038d03d9f5571c" providerId="LiveId" clId="{2BAF66DB-54BA-40E1-BABC-D40DF5469179}" dt="2025-10-09T01:49:26.524" v="2032" actId="27918"/>
        <pc:sldMkLst>
          <pc:docMk/>
          <pc:sldMk cId="4147461266" sldId="303"/>
        </pc:sldMkLst>
        <pc:spChg chg="mod">
          <ac:chgData name="Oghenenyerhovwo Precious Omonode" userId="d0038d03d9f5571c" providerId="LiveId" clId="{2BAF66DB-54BA-40E1-BABC-D40DF5469179}" dt="2025-10-09T01:11:29.602" v="1880"/>
          <ac:spMkLst>
            <pc:docMk/>
            <pc:sldMk cId="4147461266" sldId="303"/>
            <ac:spMk id="4" creationId="{0013E77E-F67F-438D-9A5F-35B221F1C51D}"/>
          </ac:spMkLst>
        </pc:spChg>
        <pc:spChg chg="mod">
          <ac:chgData name="Oghenenyerhovwo Precious Omonode" userId="d0038d03d9f5571c" providerId="LiveId" clId="{2BAF66DB-54BA-40E1-BABC-D40DF5469179}" dt="2025-10-09T01:13:03.608" v="1883" actId="14100"/>
          <ac:spMkLst>
            <pc:docMk/>
            <pc:sldMk cId="4147461266" sldId="303"/>
            <ac:spMk id="14" creationId="{568C21FF-41A5-438C-99E1-AD36D5586E9D}"/>
          </ac:spMkLst>
        </pc:spChg>
        <pc:spChg chg="mod">
          <ac:chgData name="Oghenenyerhovwo Precious Omonode" userId="d0038d03d9f5571c" providerId="LiveId" clId="{2BAF66DB-54BA-40E1-BABC-D40DF5469179}" dt="2025-10-09T01:05:50.955" v="1810" actId="20577"/>
          <ac:spMkLst>
            <pc:docMk/>
            <pc:sldMk cId="4147461266" sldId="303"/>
            <ac:spMk id="20" creationId="{CC0093B1-77CC-1E61-FB22-E136F94EABD2}"/>
          </ac:spMkLst>
        </pc:spChg>
      </pc:sldChg>
      <pc:sldChg chg="addSp delSp modSp add mod">
        <pc:chgData name="Oghenenyerhovwo Precious Omonode" userId="d0038d03d9f5571c" providerId="LiveId" clId="{2BAF66DB-54BA-40E1-BABC-D40DF5469179}" dt="2025-10-09T01:54:50.858" v="2248" actId="14100"/>
        <pc:sldMkLst>
          <pc:docMk/>
          <pc:sldMk cId="2347950618" sldId="304"/>
        </pc:sldMkLst>
        <pc:spChg chg="mod">
          <ac:chgData name="Oghenenyerhovwo Precious Omonode" userId="d0038d03d9f5571c" providerId="LiveId" clId="{2BAF66DB-54BA-40E1-BABC-D40DF5469179}" dt="2025-10-09T01:54:25.188" v="2246" actId="14100"/>
          <ac:spMkLst>
            <pc:docMk/>
            <pc:sldMk cId="2347950618" sldId="304"/>
            <ac:spMk id="4" creationId="{0013E77E-F67F-438D-9A5F-35B221F1C51D}"/>
          </ac:spMkLst>
        </pc:spChg>
        <pc:spChg chg="add mod">
          <ac:chgData name="Oghenenyerhovwo Precious Omonode" userId="d0038d03d9f5571c" providerId="LiveId" clId="{2BAF66DB-54BA-40E1-BABC-D40DF5469179}" dt="2025-10-09T01:52:15.450" v="2170" actId="14100"/>
          <ac:spMkLst>
            <pc:docMk/>
            <pc:sldMk cId="2347950618" sldId="304"/>
            <ac:spMk id="10" creationId="{74EACBBB-6944-4AF3-A340-0122351C838D}"/>
          </ac:spMkLst>
        </pc:spChg>
        <pc:spChg chg="add mod">
          <ac:chgData name="Oghenenyerhovwo Precious Omonode" userId="d0038d03d9f5571c" providerId="LiveId" clId="{2BAF66DB-54BA-40E1-BABC-D40DF5469179}" dt="2025-10-09T01:51:59.323" v="2065" actId="164"/>
          <ac:spMkLst>
            <pc:docMk/>
            <pc:sldMk cId="2347950618" sldId="304"/>
            <ac:spMk id="13" creationId="{2347E519-FE9D-4C8B-B02E-B89502414035}"/>
          </ac:spMkLst>
        </pc:spChg>
        <pc:spChg chg="mod">
          <ac:chgData name="Oghenenyerhovwo Precious Omonode" userId="d0038d03d9f5571c" providerId="LiveId" clId="{2BAF66DB-54BA-40E1-BABC-D40DF5469179}" dt="2025-10-09T01:51:59.323" v="2065" actId="164"/>
          <ac:spMkLst>
            <pc:docMk/>
            <pc:sldMk cId="2347950618" sldId="304"/>
            <ac:spMk id="14" creationId="{568C21FF-41A5-438C-99E1-AD36D5586E9D}"/>
          </ac:spMkLst>
        </pc:spChg>
        <pc:grpChg chg="add mod">
          <ac:chgData name="Oghenenyerhovwo Precious Omonode" userId="d0038d03d9f5571c" providerId="LiveId" clId="{2BAF66DB-54BA-40E1-BABC-D40DF5469179}" dt="2025-10-09T01:52:38.984" v="2206" actId="1037"/>
          <ac:grpSpMkLst>
            <pc:docMk/>
            <pc:sldMk cId="2347950618" sldId="304"/>
            <ac:grpSpMk id="2" creationId="{8ACE9807-07FC-46ED-A6EF-61BF62449F14}"/>
          </ac:grpSpMkLst>
        </pc:grpChg>
      </pc:sldChg>
      <pc:sldChg chg="addSp delSp modSp add mod">
        <pc:chgData name="Oghenenyerhovwo Precious Omonode" userId="d0038d03d9f5571c" providerId="LiveId" clId="{2BAF66DB-54BA-40E1-BABC-D40DF5469179}" dt="2025-10-09T02:01:57.426" v="2280" actId="1076"/>
        <pc:sldMkLst>
          <pc:docMk/>
          <pc:sldMk cId="2073155608" sldId="305"/>
        </pc:sldMkLst>
        <pc:spChg chg="mod">
          <ac:chgData name="Oghenenyerhovwo Precious Omonode" userId="d0038d03d9f5571c" providerId="LiveId" clId="{2BAF66DB-54BA-40E1-BABC-D40DF5469179}" dt="2025-10-09T02:01:53.934" v="2279" actId="14100"/>
          <ac:spMkLst>
            <pc:docMk/>
            <pc:sldMk cId="2073155608" sldId="305"/>
            <ac:spMk id="4" creationId="{0013E77E-F67F-438D-9A5F-35B221F1C51D}"/>
          </ac:spMkLst>
        </pc:spChg>
        <pc:spChg chg="mod">
          <ac:chgData name="Oghenenyerhovwo Precious Omonode" userId="d0038d03d9f5571c" providerId="LiveId" clId="{2BAF66DB-54BA-40E1-BABC-D40DF5469179}" dt="2025-10-09T01:55:15.553" v="2261" actId="20577"/>
          <ac:spMkLst>
            <pc:docMk/>
            <pc:sldMk cId="2073155608" sldId="305"/>
            <ac:spMk id="5" creationId="{81D18537-D028-9E9C-FB87-93F24955DFC7}"/>
          </ac:spMkLst>
        </pc:spChg>
        <pc:picChg chg="add mod ord">
          <ac:chgData name="Oghenenyerhovwo Precious Omonode" userId="d0038d03d9f5571c" providerId="LiveId" clId="{2BAF66DB-54BA-40E1-BABC-D40DF5469179}" dt="2025-10-09T02:01:57.426" v="2280" actId="1076"/>
          <ac:picMkLst>
            <pc:docMk/>
            <pc:sldMk cId="2073155608" sldId="305"/>
            <ac:picMk id="17" creationId="{7F4D41A3-B5C7-496A-87E3-9A9C2CF804E4}"/>
          </ac:picMkLst>
        </pc:picChg>
      </pc:sldChg>
      <pc:sldChg chg="add">
        <pc:chgData name="Oghenenyerhovwo Precious Omonode" userId="d0038d03d9f5571c" providerId="LiveId" clId="{2BAF66DB-54BA-40E1-BABC-D40DF5469179}" dt="2025-10-09T02:07:44.815" v="2304" actId="2890"/>
        <pc:sldMkLst>
          <pc:docMk/>
          <pc:sldMk cId="4108797128" sldId="306"/>
        </pc:sldMkLst>
      </pc:sldChg>
      <pc:sldMasterChg chg="modSldLayout">
        <pc:chgData name="Oghenenyerhovwo Precious Omonode" userId="d0038d03d9f5571c" providerId="LiveId" clId="{2BAF66DB-54BA-40E1-BABC-D40DF5469179}" dt="2025-10-08T23:50:27.457" v="1209"/>
        <pc:sldMasterMkLst>
          <pc:docMk/>
          <pc:sldMasterMk cId="2020574204" sldId="2147483648"/>
        </pc:sldMasterMkLst>
        <pc:sldLayoutChg chg="setBg">
          <pc:chgData name="Oghenenyerhovwo Precious Omonode" userId="d0038d03d9f5571c" providerId="LiveId" clId="{2BAF66DB-54BA-40E1-BABC-D40DF5469179}" dt="2025-10-08T23:50:27.457" v="1209"/>
          <pc:sldLayoutMkLst>
            <pc:docMk/>
            <pc:sldMasterMk cId="2020574204" sldId="2147483648"/>
            <pc:sldLayoutMk cId="4161259845" sldId="2147483651"/>
          </pc:sldLayoutMkLst>
        </pc:sldLayoutChg>
        <pc:sldLayoutChg chg="setBg">
          <pc:chgData name="Oghenenyerhovwo Precious Omonode" userId="d0038d03d9f5571c" providerId="LiveId" clId="{2BAF66DB-54BA-40E1-BABC-D40DF5469179}" dt="2025-10-08T23:50:11.609" v="1208"/>
          <pc:sldLayoutMkLst>
            <pc:docMk/>
            <pc:sldMasterMk cId="2020574204" sldId="2147483648"/>
            <pc:sldLayoutMk cId="862097048" sldId="2147483652"/>
          </pc:sldLayoutMkLst>
        </pc:sldLayoutChg>
      </pc:sldMasterChg>
    </pc:docChg>
  </pc:docChgLst>
  <pc:docChgLst>
    <pc:chgData name="Oghenenyerhovwo Precious Omonode" userId="d0038d03d9f5571c" providerId="Windows Live" clId="Web-{C4E1F24D-DEDE-780D-84F0-0A5B9E017CCC}"/>
    <pc:docChg chg="modSld">
      <pc:chgData name="Oghenenyerhovwo Precious Omonode" userId="d0038d03d9f5571c" providerId="Windows Live" clId="Web-{C4E1F24D-DEDE-780D-84F0-0A5B9E017CCC}" dt="2025-10-12T15:02:46.353" v="77" actId="1076"/>
      <pc:docMkLst>
        <pc:docMk/>
      </pc:docMkLst>
      <pc:sldChg chg="modSp">
        <pc:chgData name="Oghenenyerhovwo Precious Omonode" userId="d0038d03d9f5571c" providerId="Windows Live" clId="Web-{C4E1F24D-DEDE-780D-84F0-0A5B9E017CCC}" dt="2025-10-12T14:57:12.863" v="61" actId="20577"/>
        <pc:sldMkLst>
          <pc:docMk/>
          <pc:sldMk cId="77554804" sldId="276"/>
        </pc:sldMkLst>
        <pc:spChg chg="mod">
          <ac:chgData name="Oghenenyerhovwo Precious Omonode" userId="d0038d03d9f5571c" providerId="Windows Live" clId="Web-{C4E1F24D-DEDE-780D-84F0-0A5B9E017CCC}" dt="2025-10-12T14:56:51.535" v="56" actId="20577"/>
          <ac:spMkLst>
            <pc:docMk/>
            <pc:sldMk cId="77554804" sldId="276"/>
            <ac:spMk id="42" creationId="{5AEB60E8-3759-4FD0-9D3D-DDE4321F03EC}"/>
          </ac:spMkLst>
        </pc:spChg>
        <pc:spChg chg="mod">
          <ac:chgData name="Oghenenyerhovwo Precious Omonode" userId="d0038d03d9f5571c" providerId="Windows Live" clId="Web-{C4E1F24D-DEDE-780D-84F0-0A5B9E017CCC}" dt="2025-10-12T14:57:12.863" v="61" actId="20577"/>
          <ac:spMkLst>
            <pc:docMk/>
            <pc:sldMk cId="77554804" sldId="276"/>
            <ac:spMk id="44" creationId="{BADB16A9-3B4A-4770-93B8-4C08E153B461}"/>
          </ac:spMkLst>
        </pc:spChg>
      </pc:sldChg>
      <pc:sldChg chg="modSp">
        <pc:chgData name="Oghenenyerhovwo Precious Omonode" userId="d0038d03d9f5571c" providerId="Windows Live" clId="Web-{C4E1F24D-DEDE-780D-84F0-0A5B9E017CCC}" dt="2025-10-12T14:49:23.287" v="5" actId="20577"/>
        <pc:sldMkLst>
          <pc:docMk/>
          <pc:sldMk cId="3898447929" sldId="292"/>
        </pc:sldMkLst>
        <pc:spChg chg="mod">
          <ac:chgData name="Oghenenyerhovwo Precious Omonode" userId="d0038d03d9f5571c" providerId="Windows Live" clId="Web-{C4E1F24D-DEDE-780D-84F0-0A5B9E017CCC}" dt="2025-10-12T14:49:23.287" v="5" actId="20577"/>
          <ac:spMkLst>
            <pc:docMk/>
            <pc:sldMk cId="3898447929" sldId="292"/>
            <ac:spMk id="9" creationId="{485E0237-B9A1-0B58-E0AA-05EF84817EB4}"/>
          </ac:spMkLst>
        </pc:spChg>
      </pc:sldChg>
      <pc:sldChg chg="modSp">
        <pc:chgData name="Oghenenyerhovwo Precious Omonode" userId="d0038d03d9f5571c" providerId="Windows Live" clId="Web-{C4E1F24D-DEDE-780D-84F0-0A5B9E017CCC}" dt="2025-10-12T14:55:36.472" v="36" actId="14100"/>
        <pc:sldMkLst>
          <pc:docMk/>
          <pc:sldMk cId="320962604" sldId="301"/>
        </pc:sldMkLst>
        <pc:spChg chg="mod">
          <ac:chgData name="Oghenenyerhovwo Precious Omonode" userId="d0038d03d9f5571c" providerId="Windows Live" clId="Web-{C4E1F24D-DEDE-780D-84F0-0A5B9E017CCC}" dt="2025-10-12T14:55:36.472" v="36" actId="14100"/>
          <ac:spMkLst>
            <pc:docMk/>
            <pc:sldMk cId="320962604" sldId="301"/>
            <ac:spMk id="5" creationId="{81D18537-D028-9E9C-FB87-93F24955DFC7}"/>
          </ac:spMkLst>
        </pc:spChg>
      </pc:sldChg>
      <pc:sldChg chg="addSp delSp modSp">
        <pc:chgData name="Oghenenyerhovwo Precious Omonode" userId="d0038d03d9f5571c" providerId="Windows Live" clId="Web-{C4E1F24D-DEDE-780D-84F0-0A5B9E017CCC}" dt="2025-10-12T14:55:46.660" v="38"/>
        <pc:sldMkLst>
          <pc:docMk/>
          <pc:sldMk cId="1712042157" sldId="302"/>
        </pc:sldMkLst>
        <pc:spChg chg="del">
          <ac:chgData name="Oghenenyerhovwo Precious Omonode" userId="d0038d03d9f5571c" providerId="Windows Live" clId="Web-{C4E1F24D-DEDE-780D-84F0-0A5B9E017CCC}" dt="2025-10-12T14:55:45.910" v="37"/>
          <ac:spMkLst>
            <pc:docMk/>
            <pc:sldMk cId="1712042157" sldId="302"/>
            <ac:spMk id="5" creationId="{81D18537-D028-9E9C-FB87-93F24955DFC7}"/>
          </ac:spMkLst>
        </pc:spChg>
        <pc:spChg chg="add mod">
          <ac:chgData name="Oghenenyerhovwo Precious Omonode" userId="d0038d03d9f5571c" providerId="Windows Live" clId="Web-{C4E1F24D-DEDE-780D-84F0-0A5B9E017CCC}" dt="2025-10-12T14:55:45.910" v="37"/>
          <ac:spMkLst>
            <pc:docMk/>
            <pc:sldMk cId="1712042157" sldId="302"/>
            <ac:spMk id="8" creationId="{C5777821-3B20-9454-5288-1136AB981E24}"/>
          </ac:spMkLst>
        </pc:spChg>
        <pc:spChg chg="add">
          <ac:chgData name="Oghenenyerhovwo Precious Omonode" userId="d0038d03d9f5571c" providerId="Windows Live" clId="Web-{C4E1F24D-DEDE-780D-84F0-0A5B9E017CCC}" dt="2025-10-12T14:55:46.660" v="38"/>
          <ac:spMkLst>
            <pc:docMk/>
            <pc:sldMk cId="1712042157" sldId="302"/>
            <ac:spMk id="10" creationId="{FFAAA2D8-ABDE-4FD4-9CCC-0580BFED5D6C}"/>
          </ac:spMkLst>
        </pc:spChg>
      </pc:sldChg>
      <pc:sldChg chg="addSp delSp modSp">
        <pc:chgData name="Oghenenyerhovwo Precious Omonode" userId="d0038d03d9f5571c" providerId="Windows Live" clId="Web-{C4E1F24D-DEDE-780D-84F0-0A5B9E017CCC}" dt="2025-10-12T14:55:54.941" v="40"/>
        <pc:sldMkLst>
          <pc:docMk/>
          <pc:sldMk cId="4147461266" sldId="303"/>
        </pc:sldMkLst>
        <pc:spChg chg="add mod">
          <ac:chgData name="Oghenenyerhovwo Precious Omonode" userId="d0038d03d9f5571c" providerId="Windows Live" clId="Web-{C4E1F24D-DEDE-780D-84F0-0A5B9E017CCC}" dt="2025-10-12T14:55:54.222" v="39"/>
          <ac:spMkLst>
            <pc:docMk/>
            <pc:sldMk cId="4147461266" sldId="303"/>
            <ac:spMk id="3" creationId="{BF83C3F8-EEE8-CAD9-07BA-6EE823FF9F09}"/>
          </ac:spMkLst>
        </pc:spChg>
        <pc:spChg chg="del">
          <ac:chgData name="Oghenenyerhovwo Precious Omonode" userId="d0038d03d9f5571c" providerId="Windows Live" clId="Web-{C4E1F24D-DEDE-780D-84F0-0A5B9E017CCC}" dt="2025-10-12T14:55:54.222" v="39"/>
          <ac:spMkLst>
            <pc:docMk/>
            <pc:sldMk cId="4147461266" sldId="303"/>
            <ac:spMk id="5" creationId="{81D18537-D028-9E9C-FB87-93F24955DFC7}"/>
          </ac:spMkLst>
        </pc:spChg>
        <pc:spChg chg="add">
          <ac:chgData name="Oghenenyerhovwo Precious Omonode" userId="d0038d03d9f5571c" providerId="Windows Live" clId="Web-{C4E1F24D-DEDE-780D-84F0-0A5B9E017CCC}" dt="2025-10-12T14:55:54.941" v="40"/>
          <ac:spMkLst>
            <pc:docMk/>
            <pc:sldMk cId="4147461266" sldId="303"/>
            <ac:spMk id="9" creationId="{674EDA18-B7F6-8B75-3544-744301B61918}"/>
          </ac:spMkLst>
        </pc:spChg>
      </pc:sldChg>
      <pc:sldChg chg="addSp delSp modSp">
        <pc:chgData name="Oghenenyerhovwo Precious Omonode" userId="d0038d03d9f5571c" providerId="Windows Live" clId="Web-{C4E1F24D-DEDE-780D-84F0-0A5B9E017CCC}" dt="2025-10-12T15:02:46.353" v="77" actId="1076"/>
        <pc:sldMkLst>
          <pc:docMk/>
          <pc:sldMk cId="2347950618" sldId="304"/>
        </pc:sldMkLst>
        <pc:spChg chg="del">
          <ac:chgData name="Oghenenyerhovwo Precious Omonode" userId="d0038d03d9f5571c" providerId="Windows Live" clId="Web-{C4E1F24D-DEDE-780D-84F0-0A5B9E017CCC}" dt="2025-10-12T14:56:08.675" v="41"/>
          <ac:spMkLst>
            <pc:docMk/>
            <pc:sldMk cId="2347950618" sldId="304"/>
            <ac:spMk id="5" creationId="{81D18537-D028-9E9C-FB87-93F24955DFC7}"/>
          </ac:spMkLst>
        </pc:spChg>
        <pc:spChg chg="add del mod">
          <ac:chgData name="Oghenenyerhovwo Precious Omonode" userId="d0038d03d9f5571c" providerId="Windows Live" clId="Web-{C4E1F24D-DEDE-780D-84F0-0A5B9E017CCC}" dt="2025-10-12T14:56:21.051" v="43"/>
          <ac:spMkLst>
            <pc:docMk/>
            <pc:sldMk cId="2347950618" sldId="304"/>
            <ac:spMk id="6" creationId="{98786CA8-9316-6869-1E14-5CED28100B40}"/>
          </ac:spMkLst>
        </pc:spChg>
        <pc:spChg chg="add">
          <ac:chgData name="Oghenenyerhovwo Precious Omonode" userId="d0038d03d9f5571c" providerId="Windows Live" clId="Web-{C4E1F24D-DEDE-780D-84F0-0A5B9E017CCC}" dt="2025-10-12T14:56:09.629" v="42"/>
          <ac:spMkLst>
            <pc:docMk/>
            <pc:sldMk cId="2347950618" sldId="304"/>
            <ac:spMk id="9" creationId="{83ABCBB1-E444-4093-BF12-AE25063CDA9D}"/>
          </ac:spMkLst>
        </pc:spChg>
        <pc:graphicFrameChg chg="mod">
          <ac:chgData name="Oghenenyerhovwo Precious Omonode" userId="d0038d03d9f5571c" providerId="Windows Live" clId="Web-{C4E1F24D-DEDE-780D-84F0-0A5B9E017CCC}" dt="2025-10-12T15:02:46.353" v="77" actId="1076"/>
          <ac:graphicFrameMkLst>
            <pc:docMk/>
            <pc:sldMk cId="2347950618" sldId="304"/>
            <ac:graphicFrameMk id="17" creationId="{40D546E0-B65A-41F8-90BE-78122354CB9E}"/>
          </ac:graphicFrameMkLst>
        </pc:graphicFrameChg>
      </pc:sldChg>
    </pc:docChg>
  </pc:docChgLst>
</pc:chgInfo>
</file>

<file path=ppt/charts/_rels/chart1.xml.rels><?xml version="1.0" encoding="UTF-8" standalone="yes"?>
<Relationships xmlns="http://schemas.openxmlformats.org/package/2006/relationships"><Relationship Id="rId2" Type="http://schemas.openxmlformats.org/officeDocument/2006/relationships/oleObject" Target="file:///C:\Users\ADMIN\Downloads\Mini%20Project_Group%202_Submit.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1" Type="http://schemas.openxmlformats.org/officeDocument/2006/relationships/oleObject" Target="file:///C:\Users\ADMIN\Downloads\Mini%20Project_Group%202_Submit.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ADMIN\Downloads\Mini%20Project_Group%202_Submit.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ADMIN\Downloads\Mini%20Project_Group%202_Submit.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ADMIN\Downloads\Mini%20Project_Group%202_Submit.xlsx" TargetMode="Externa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https://d.docs.live.net/2a7efa5a87178b53/Group%202%20Mini%20Project/Mini%20Project_Group%202_06.10.2025%20Work%202.xlsx" TargetMode="External"/></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https://d.docs.live.net/2a7efa5a87178b53/Group%202%20Mini%20Project/Mini%20Project_Group%202_06.10.2025%20Work%202.xlsx" TargetMode="Externa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2a7efa5a87178b53/Group%202%20Mini%20Project/Mini%20Project_Group%202_06.10.2025%20Work%202.xlsx" TargetMode="External"/><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https://d.docs.live.net/2a7efa5a87178b53/Group%202%20Mini%20Project/Mini%20Project_Group%202_06.10.2025%20Work%202.xlsx" TargetMode="External"/></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https://d.docs.live.net/2a7efa5a87178b53/Group%202%20Mini%20Project/Mini%20Project_Group%202_06.10.2025%20Work%20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[Mini Project_Group 2_Submit.xlsx]Analysis!Age Distribution</c:name>
    <c:fmtId val="17"/>
  </c:pivotSource>
  <c:chart>
    <c:autoTitleDeleted val="1"/>
    <c:pivotFmts>
      <c:pivotFmt>
        <c:idx val="0"/>
        <c:marker>
          <c:symbol val="none"/>
        </c:marker>
      </c:pivotFmt>
      <c:pivotFmt>
        <c:idx val="1"/>
        <c:marker>
          <c:symbol val="none"/>
        </c:marker>
      </c:pivotFmt>
      <c:pivotFmt>
        <c:idx val="2"/>
        <c:spPr>
          <a:solidFill>
            <a:srgbClr val="7DA0CA"/>
          </a:solidFill>
        </c:spPr>
        <c:marker>
          <c:symbol val="none"/>
        </c:marker>
        <c:dLbl>
          <c:idx val="0"/>
          <c:spPr/>
          <c:txPr>
            <a:bodyPr/>
            <a:lstStyle/>
            <a:p>
              <a:pPr>
                <a:defRPr sz="7200"/>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7DA0CA"/>
          </a:solidFill>
        </c:spPr>
        <c:marker>
          <c:symbol val="none"/>
        </c:marker>
        <c:dLbl>
          <c:idx val="0"/>
          <c:spPr/>
          <c:txPr>
            <a:bodyPr/>
            <a:lstStyle/>
            <a:p>
              <a:pPr>
                <a:defRPr sz="7200"/>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7DA0CA"/>
          </a:solidFill>
        </c:spPr>
        <c:marker>
          <c:symbol val="none"/>
        </c:marker>
        <c:dLbl>
          <c:idx val="0"/>
          <c:spPr/>
          <c:txPr>
            <a:bodyPr/>
            <a:lstStyle/>
            <a:p>
              <a:pPr>
                <a:defRPr sz="900"/>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marker>
          <c:symbol val="none"/>
        </c:marke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marker>
          <c:symbol val="none"/>
        </c:marker>
        <c:dLbl>
          <c:idx val="0"/>
          <c:spPr>
            <a:noFill/>
            <a:ln>
              <a:noFill/>
            </a:ln>
            <a:effectLst/>
          </c:spPr>
          <c:txPr>
            <a:bodyPr wrap="square" lIns="38100" tIns="19050" rIns="38100" bIns="19050" anchor="ctr">
              <a:spAutoFit/>
            </a:bodyPr>
            <a:lstStyle/>
            <a:p>
              <a:pPr>
                <a:defRPr sz="1400"/>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marker>
          <c:symbol val="none"/>
        </c:marker>
        <c:dLbl>
          <c:idx val="0"/>
          <c:spPr>
            <a:noFill/>
            <a:ln>
              <a:noFill/>
            </a:ln>
            <a:effectLst/>
          </c:spPr>
          <c:txPr>
            <a:bodyPr wrap="square" lIns="38100" tIns="19050" rIns="38100" bIns="19050" anchor="ctr">
              <a:spAutoFit/>
            </a:bodyPr>
            <a:lstStyle/>
            <a:p>
              <a:pPr>
                <a:defRPr sz="1400"/>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marker>
          <c:symbol val="none"/>
        </c:marker>
        <c:dLbl>
          <c:idx val="0"/>
          <c:spPr>
            <a:noFill/>
            <a:ln>
              <a:noFill/>
            </a:ln>
            <a:effectLst/>
          </c:spPr>
          <c:txPr>
            <a:bodyPr wrap="square" lIns="38100" tIns="19050" rIns="38100" bIns="19050" anchor="ctr">
              <a:spAutoFit/>
            </a:bodyPr>
            <a:lstStyle/>
            <a:p>
              <a:pPr>
                <a:defRPr sz="1400"/>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37124836924784266"/>
          <c:y val="0.11375491626816708"/>
          <c:w val="0.54301901601738911"/>
          <c:h val="0.81648506590533021"/>
        </c:manualLayout>
      </c:layout>
      <c:barChart>
        <c:barDir val="bar"/>
        <c:grouping val="clustered"/>
        <c:varyColors val="0"/>
        <c:ser>
          <c:idx val="0"/>
          <c:order val="0"/>
          <c:tx>
            <c:strRef>
              <c:f>Analysis!$B$37</c:f>
              <c:strCache>
                <c:ptCount val="1"/>
                <c:pt idx="0">
                  <c:v>Total</c:v>
                </c:pt>
              </c:strCache>
            </c:strRef>
          </c:tx>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Analysis!$A$38:$A$45</c:f>
              <c:strCache>
                <c:ptCount val="7"/>
                <c:pt idx="0">
                  <c:v>Toddler</c:v>
                </c:pt>
                <c:pt idx="1">
                  <c:v>Teenager</c:v>
                </c:pt>
                <c:pt idx="2">
                  <c:v>Child</c:v>
                </c:pt>
                <c:pt idx="3">
                  <c:v>Young Adult</c:v>
                </c:pt>
                <c:pt idx="4">
                  <c:v>Elder</c:v>
                </c:pt>
                <c:pt idx="5">
                  <c:v>Adult</c:v>
                </c:pt>
                <c:pt idx="6">
                  <c:v>Old</c:v>
                </c:pt>
              </c:strCache>
            </c:strRef>
          </c:cat>
          <c:val>
            <c:numRef>
              <c:f>Analysis!$B$38:$B$45</c:f>
              <c:numCache>
                <c:formatCode>#,##0</c:formatCode>
                <c:ptCount val="7"/>
                <c:pt idx="0">
                  <c:v>241</c:v>
                </c:pt>
                <c:pt idx="1">
                  <c:v>315</c:v>
                </c:pt>
                <c:pt idx="2">
                  <c:v>378</c:v>
                </c:pt>
                <c:pt idx="3">
                  <c:v>523</c:v>
                </c:pt>
                <c:pt idx="4">
                  <c:v>758</c:v>
                </c:pt>
                <c:pt idx="5">
                  <c:v>771</c:v>
                </c:pt>
                <c:pt idx="6">
                  <c:v>2014</c:v>
                </c:pt>
              </c:numCache>
            </c:numRef>
          </c:val>
          <c:extLst>
            <c:ext xmlns:c16="http://schemas.microsoft.com/office/drawing/2014/chart" uri="{C3380CC4-5D6E-409C-BE32-E72D297353CC}">
              <c16:uniqueId val="{00000000-0FED-4A39-AAB8-DB5AF5153B53}"/>
            </c:ext>
          </c:extLst>
        </c:ser>
        <c:dLbls>
          <c:dLblPos val="outEnd"/>
          <c:showLegendKey val="0"/>
          <c:showVal val="1"/>
          <c:showCatName val="0"/>
          <c:showSerName val="0"/>
          <c:showPercent val="0"/>
          <c:showBubbleSize val="0"/>
        </c:dLbls>
        <c:gapWidth val="20"/>
        <c:overlap val="9"/>
        <c:axId val="148508672"/>
        <c:axId val="148511360"/>
      </c:barChart>
      <c:catAx>
        <c:axId val="148508672"/>
        <c:scaling>
          <c:orientation val="minMax"/>
        </c:scaling>
        <c:delete val="0"/>
        <c:axPos val="l"/>
        <c:numFmt formatCode="General" sourceLinked="0"/>
        <c:majorTickMark val="none"/>
        <c:minorTickMark val="none"/>
        <c:tickLblPos val="nextTo"/>
        <c:txPr>
          <a:bodyPr/>
          <a:lstStyle/>
          <a:p>
            <a:pPr>
              <a:defRPr sz="1000"/>
            </a:pPr>
            <a:endParaRPr lang="en-US"/>
          </a:p>
        </c:txPr>
        <c:crossAx val="148511360"/>
        <c:crosses val="autoZero"/>
        <c:auto val="1"/>
        <c:lblAlgn val="ctr"/>
        <c:lblOffset val="100"/>
        <c:noMultiLvlLbl val="0"/>
      </c:catAx>
      <c:valAx>
        <c:axId val="148511360"/>
        <c:scaling>
          <c:orientation val="minMax"/>
        </c:scaling>
        <c:delete val="1"/>
        <c:axPos val="b"/>
        <c:numFmt formatCode="#,##0" sourceLinked="1"/>
        <c:majorTickMark val="none"/>
        <c:minorTickMark val="none"/>
        <c:tickLblPos val="nextTo"/>
        <c:crossAx val="148508672"/>
        <c:crosses val="autoZero"/>
        <c:crossBetween val="between"/>
      </c:valAx>
      <c:spPr>
        <a:noFill/>
        <a:ln>
          <a:noFill/>
        </a:ln>
      </c:spPr>
    </c:plotArea>
    <c:plotVisOnly val="1"/>
    <c:dispBlanksAs val="gap"/>
    <c:showDLblsOverMax val="0"/>
  </c:chart>
  <c:spPr>
    <a:noFill/>
    <a:ln>
      <a:noFill/>
    </a:ln>
  </c:spPr>
  <c:txPr>
    <a:bodyPr/>
    <a:lstStyle/>
    <a:p>
      <a:pPr>
        <a:defRPr lang="en-US" sz="6000" b="1" i="0" u="none" strike="noStrike" kern="1200" baseline="0">
          <a:solidFill>
            <a:schemeClr val="tx1"/>
          </a:solidFill>
          <a:latin typeface="+mn-lt"/>
          <a:ea typeface="+mn-ea"/>
          <a:cs typeface="+mn-cs"/>
        </a:defRPr>
      </a:pPr>
      <a:endParaRPr lang="en-US"/>
    </a:p>
  </c:txPr>
  <c:externalData r:id="rId2">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[Mini Project_Group 2_Submit.xlsx]Analysis!Gender Distribution</c:name>
    <c:fmtId val="28"/>
  </c:pivotSource>
  <c:chart>
    <c:autoTitleDeleted val="1"/>
    <c:pivotFmts>
      <c:pivotFmt>
        <c:idx val="0"/>
        <c:spPr>
          <a:solidFill>
            <a:srgbClr val="052659"/>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1"/>
        <c:spPr>
          <a:solidFill>
            <a:srgbClr val="7DA0CA"/>
          </a:solidFill>
          <a:ln w="19050">
            <a:solidFill>
              <a:schemeClr val="lt1"/>
            </a:solidFill>
          </a:ln>
          <a:effectLst/>
        </c:spPr>
      </c:pivotFmt>
      <c:pivotFmt>
        <c:idx val="2"/>
        <c:spPr>
          <a:solidFill>
            <a:schemeClr val="accent1">
              <a:lumMod val="40000"/>
              <a:lumOff val="60000"/>
            </a:schemeClr>
          </a:solidFill>
          <a:ln w="19050">
            <a:solidFill>
              <a:schemeClr val="lt1"/>
            </a:solidFill>
          </a:ln>
          <a:effectLst/>
        </c:spPr>
      </c:pivotFmt>
      <c:pivotFmt>
        <c:idx val="3"/>
        <c:spPr>
          <a:solidFill>
            <a:schemeClr val="accent1">
              <a:lumMod val="20000"/>
              <a:lumOff val="80000"/>
            </a:schemeClr>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r>
                  <a:rPr lang="en-US" baseline="0"/>
                  <a:t> </a:t>
                </a:r>
                <a:fld id="{F16E7B0C-0651-44B7-A7AD-AAC12F5B5DC8}" type="PERCENTAGE">
                  <a:rPr lang="en-US" baseline="0"/>
                  <a:pPr>
                    <a:defRPr sz="1400" b="1" i="0" u="none" strike="noStrike" kern="1200" baseline="0">
                      <a:solidFill>
                        <a:schemeClr val="tx1">
                          <a:lumMod val="75000"/>
                          <a:lumOff val="25000"/>
                        </a:schemeClr>
                      </a:solidFill>
                      <a:latin typeface="+mn-lt"/>
                      <a:ea typeface="+mn-ea"/>
                      <a:cs typeface="+mn-cs"/>
                    </a:defRPr>
                  </a:pPr>
                  <a:t>[PERCENTAGE]</a:t>
                </a:fld>
                <a:endParaRPr lang="en-US" baseline="0"/>
              </a:p>
            </c:rich>
          </c:tx>
          <c:spPr>
            <a:noFill/>
            <a:ln>
              <a:noFill/>
            </a:ln>
            <a:effectLst/>
          </c:sp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4"/>
        <c:spPr>
          <a:solidFill>
            <a:srgbClr val="052659"/>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5"/>
        <c:spPr>
          <a:solidFill>
            <a:schemeClr val="accent1">
              <a:lumMod val="20000"/>
              <a:lumOff val="80000"/>
            </a:schemeClr>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r>
                  <a:rPr lang="en-US" baseline="0"/>
                  <a:t> </a:t>
                </a:r>
                <a:fld id="{F16E7B0C-0651-44B7-A7AD-AAC12F5B5DC8}" type="PERCENTAGE">
                  <a:rPr lang="en-US" baseline="0"/>
                  <a:pPr>
                    <a:defRPr sz="1400" b="1" i="0" u="none" strike="noStrike" kern="1200" baseline="0">
                      <a:solidFill>
                        <a:schemeClr val="tx1">
                          <a:lumMod val="75000"/>
                          <a:lumOff val="25000"/>
                        </a:schemeClr>
                      </a:solidFill>
                      <a:latin typeface="+mn-lt"/>
                      <a:ea typeface="+mn-ea"/>
                      <a:cs typeface="+mn-cs"/>
                    </a:defRPr>
                  </a:pPr>
                  <a:t>[PERCENTAGE]</a:t>
                </a:fld>
                <a:endParaRPr lang="en-US" baseline="0"/>
              </a:p>
            </c:rich>
          </c:tx>
          <c:spPr>
            <a:noFill/>
            <a:ln>
              <a:noFill/>
            </a:ln>
            <a:effectLst/>
          </c:sp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6"/>
        <c:spPr>
          <a:solidFill>
            <a:srgbClr val="7DA0CA"/>
          </a:solidFill>
          <a:ln w="19050">
            <a:solidFill>
              <a:schemeClr val="lt1"/>
            </a:solidFill>
          </a:ln>
          <a:effectLst/>
        </c:spPr>
      </c:pivotFmt>
      <c:pivotFmt>
        <c:idx val="7"/>
        <c:spPr>
          <a:solidFill>
            <a:schemeClr val="accent1">
              <a:lumMod val="40000"/>
              <a:lumOff val="60000"/>
            </a:schemeClr>
          </a:solidFill>
          <a:ln w="19050">
            <a:solidFill>
              <a:schemeClr val="lt1"/>
            </a:solidFill>
          </a:ln>
          <a:effectLst/>
        </c:spPr>
      </c:pivotFmt>
      <c:pivotFmt>
        <c:idx val="8"/>
        <c:spPr>
          <a:solidFill>
            <a:srgbClr val="052659"/>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9"/>
        <c:spPr>
          <a:solidFill>
            <a:schemeClr val="accent1">
              <a:lumMod val="20000"/>
              <a:lumOff val="80000"/>
            </a:schemeClr>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r>
                  <a:rPr lang="en-US" baseline="0"/>
                  <a:t> </a:t>
                </a:r>
                <a:fld id="{F16E7B0C-0651-44B7-A7AD-AAC12F5B5DC8}" type="PERCENTAGE">
                  <a:rPr lang="en-US" baseline="0"/>
                  <a:pPr>
                    <a:defRPr sz="1400" b="1" i="0" u="none" strike="noStrike" kern="1200" baseline="0">
                      <a:solidFill>
                        <a:schemeClr val="tx1">
                          <a:lumMod val="75000"/>
                          <a:lumOff val="25000"/>
                        </a:schemeClr>
                      </a:solidFill>
                      <a:latin typeface="+mn-lt"/>
                      <a:ea typeface="+mn-ea"/>
                      <a:cs typeface="+mn-cs"/>
                    </a:defRPr>
                  </a:pPr>
                  <a:t>[PERCENTAGE]</a:t>
                </a:fld>
                <a:endParaRPr lang="en-US" baseline="0"/>
              </a:p>
            </c:rich>
          </c:tx>
          <c:spPr>
            <a:noFill/>
            <a:ln>
              <a:noFill/>
            </a:ln>
            <a:effectLst/>
          </c:sp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10"/>
        <c:spPr>
          <a:solidFill>
            <a:srgbClr val="7DA0CA"/>
          </a:solidFill>
          <a:ln w="19050">
            <a:solidFill>
              <a:schemeClr val="lt1"/>
            </a:solidFill>
          </a:ln>
          <a:effectLst/>
        </c:spPr>
      </c:pivotFmt>
      <c:pivotFmt>
        <c:idx val="11"/>
        <c:spPr>
          <a:solidFill>
            <a:schemeClr val="accent1">
              <a:lumMod val="40000"/>
              <a:lumOff val="60000"/>
            </a:schemeClr>
          </a:solidFill>
          <a:ln w="19050">
            <a:solidFill>
              <a:schemeClr val="lt1"/>
            </a:solidFill>
          </a:ln>
          <a:effectLst/>
        </c:spPr>
      </c:pivotFmt>
      <c:pivotFmt>
        <c:idx val="12"/>
        <c:spPr>
          <a:solidFill>
            <a:srgbClr val="052659"/>
          </a:solidFill>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13"/>
        <c:spPr>
          <a:solidFill>
            <a:schemeClr val="accent1">
              <a:lumMod val="20000"/>
              <a:lumOff val="80000"/>
            </a:schemeClr>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r>
                  <a:rPr lang="en-US" baseline="0"/>
                  <a:t> </a:t>
                </a:r>
                <a:fld id="{F16E7B0C-0651-44B7-A7AD-AAC12F5B5DC8}" type="PERCENTAGE">
                  <a:rPr lang="en-US" baseline="0"/>
                  <a:pPr>
                    <a:defRPr sz="1400" b="1" i="0" u="none" strike="noStrike" kern="1200" baseline="0">
                      <a:solidFill>
                        <a:schemeClr val="tx1">
                          <a:lumMod val="75000"/>
                          <a:lumOff val="25000"/>
                        </a:schemeClr>
                      </a:solidFill>
                      <a:latin typeface="+mn-lt"/>
                      <a:ea typeface="+mn-ea"/>
                      <a:cs typeface="+mn-cs"/>
                    </a:defRPr>
                  </a:pPr>
                  <a:t>[PERCENTAGE]</a:t>
                </a:fld>
                <a:endParaRPr lang="en-US" baseline="0"/>
              </a:p>
            </c:rich>
          </c:tx>
          <c:spPr>
            <a:noFill/>
            <a:ln>
              <a:noFill/>
            </a:ln>
            <a:effectLst/>
          </c:sp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14"/>
        <c:spPr>
          <a:solidFill>
            <a:srgbClr val="7DA0CA"/>
          </a:solidFill>
          <a:ln w="19050">
            <a:solidFill>
              <a:schemeClr val="lt1"/>
            </a:solidFill>
          </a:ln>
          <a:effectLst/>
        </c:spPr>
      </c:pivotFmt>
      <c:pivotFmt>
        <c:idx val="15"/>
        <c:spPr>
          <a:solidFill>
            <a:schemeClr val="accent1">
              <a:lumMod val="40000"/>
              <a:lumOff val="60000"/>
            </a:schemeClr>
          </a:solidFill>
          <a:ln w="19050">
            <a:solidFill>
              <a:schemeClr val="lt1"/>
            </a:solidFill>
          </a:ln>
          <a:effectLst/>
        </c:spPr>
      </c:pivotFmt>
      <c:pivotFmt>
        <c:idx val="16"/>
        <c:spPr>
          <a:solidFill>
            <a:srgbClr val="052659"/>
          </a:solidFill>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17"/>
        <c:spPr>
          <a:solidFill>
            <a:schemeClr val="accent1">
              <a:lumMod val="20000"/>
              <a:lumOff val="80000"/>
            </a:schemeClr>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r>
                  <a:rPr lang="en-US" baseline="0"/>
                  <a:t> </a:t>
                </a:r>
                <a:fld id="{F16E7B0C-0651-44B7-A7AD-AAC12F5B5DC8}" type="PERCENTAGE">
                  <a:rPr lang="en-US" baseline="0"/>
                  <a:pPr>
                    <a:defRPr sz="1400" b="1" i="0" u="none" strike="noStrike" kern="1200" baseline="0">
                      <a:solidFill>
                        <a:schemeClr val="tx1">
                          <a:lumMod val="75000"/>
                          <a:lumOff val="25000"/>
                        </a:schemeClr>
                      </a:solidFill>
                      <a:latin typeface="+mn-lt"/>
                      <a:ea typeface="+mn-ea"/>
                      <a:cs typeface="+mn-cs"/>
                    </a:defRPr>
                  </a:pPr>
                  <a:t>[PERCENTAGE]</a:t>
                </a:fld>
                <a:endParaRPr lang="en-US" baseline="0"/>
              </a:p>
            </c:rich>
          </c:tx>
          <c:spPr>
            <a:noFill/>
            <a:ln>
              <a:noFill/>
            </a:ln>
            <a:effectLst/>
          </c:sp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18"/>
        <c:spPr>
          <a:solidFill>
            <a:srgbClr val="7DA0CA"/>
          </a:solidFill>
          <a:ln w="19050">
            <a:solidFill>
              <a:schemeClr val="lt1"/>
            </a:solidFill>
          </a:ln>
          <a:effectLst/>
        </c:spPr>
      </c:pivotFmt>
      <c:pivotFmt>
        <c:idx val="19"/>
        <c:spPr>
          <a:solidFill>
            <a:schemeClr val="accent1">
              <a:lumMod val="40000"/>
              <a:lumOff val="60000"/>
            </a:schemeClr>
          </a:solidFill>
          <a:ln w="19050">
            <a:solidFill>
              <a:schemeClr val="lt1"/>
            </a:solidFill>
          </a:ln>
          <a:effectLst/>
        </c:spPr>
      </c:pivotFmt>
      <c:pivotFmt>
        <c:idx val="20"/>
        <c:spPr>
          <a:solidFill>
            <a:srgbClr val="052659"/>
          </a:solidFill>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44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21"/>
        <c:spPr>
          <a:solidFill>
            <a:srgbClr val="DAE3F3"/>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4400" b="1" i="0" u="none" strike="noStrike" kern="1200" baseline="0">
                    <a:solidFill>
                      <a:schemeClr val="tx1">
                        <a:lumMod val="75000"/>
                        <a:lumOff val="25000"/>
                      </a:schemeClr>
                    </a:solidFill>
                    <a:latin typeface="+mn-lt"/>
                    <a:ea typeface="+mn-ea"/>
                    <a:cs typeface="+mn-cs"/>
                  </a:defRPr>
                </a:pPr>
                <a:r>
                  <a:rPr lang="en-US" sz="4400" b="1" baseline="0"/>
                  <a:t> </a:t>
                </a:r>
                <a:fld id="{F16E7B0C-0651-44B7-A7AD-AAC12F5B5DC8}" type="PERCENTAGE">
                  <a:rPr lang="en-US" sz="4400" b="1" baseline="0"/>
                  <a:pPr>
                    <a:defRPr sz="4400" b="1" i="0" u="none" strike="noStrike" kern="1200" baseline="0">
                      <a:solidFill>
                        <a:schemeClr val="tx1">
                          <a:lumMod val="75000"/>
                          <a:lumOff val="25000"/>
                        </a:schemeClr>
                      </a:solidFill>
                      <a:latin typeface="+mn-lt"/>
                      <a:ea typeface="+mn-ea"/>
                      <a:cs typeface="+mn-cs"/>
                    </a:defRPr>
                  </a:pPr>
                  <a:t>[PERCENTAGE]</a:t>
                </a:fld>
                <a:endParaRPr lang="en-US" sz="4400" b="1" baseline="0"/>
              </a:p>
            </c:rich>
          </c:tx>
          <c:spPr>
            <a:noFill/>
            <a:ln>
              <a:noFill/>
            </a:ln>
            <a:effectLst/>
          </c:sp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22"/>
        <c:spPr>
          <a:solidFill>
            <a:srgbClr val="7DA0CA"/>
          </a:solidFill>
          <a:ln w="19050">
            <a:solidFill>
              <a:schemeClr val="lt1"/>
            </a:solidFill>
          </a:ln>
          <a:effectLst/>
        </c:spPr>
      </c:pivotFmt>
      <c:pivotFmt>
        <c:idx val="23"/>
        <c:spPr>
          <a:solidFill>
            <a:schemeClr val="accent1">
              <a:lumMod val="40000"/>
              <a:lumOff val="60000"/>
            </a:schemeClr>
          </a:solidFill>
          <a:ln w="19050">
            <a:solidFill>
              <a:schemeClr val="lt1"/>
            </a:solidFill>
          </a:ln>
          <a:effectLst/>
        </c:spPr>
      </c:pivotFmt>
      <c:pivotFmt>
        <c:idx val="24"/>
        <c:spPr>
          <a:solidFill>
            <a:srgbClr val="052659"/>
          </a:solidFill>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44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25"/>
        <c:spPr>
          <a:solidFill>
            <a:srgbClr val="DAE3F3"/>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4400" b="1" i="0" u="none" strike="noStrike" kern="1200" baseline="0">
                    <a:solidFill>
                      <a:schemeClr val="tx1">
                        <a:lumMod val="75000"/>
                        <a:lumOff val="25000"/>
                      </a:schemeClr>
                    </a:solidFill>
                    <a:latin typeface="+mn-lt"/>
                    <a:ea typeface="+mn-ea"/>
                    <a:cs typeface="+mn-cs"/>
                  </a:defRPr>
                </a:pPr>
                <a:r>
                  <a:rPr lang="en-US" sz="4400" b="1" baseline="0"/>
                  <a:t> </a:t>
                </a:r>
                <a:fld id="{F16E7B0C-0651-44B7-A7AD-AAC12F5B5DC8}" type="PERCENTAGE">
                  <a:rPr lang="en-US" sz="4400" b="1" baseline="0"/>
                  <a:pPr>
                    <a:defRPr sz="4400" b="1" i="0" u="none" strike="noStrike" kern="1200" baseline="0">
                      <a:solidFill>
                        <a:schemeClr val="tx1">
                          <a:lumMod val="75000"/>
                          <a:lumOff val="25000"/>
                        </a:schemeClr>
                      </a:solidFill>
                      <a:latin typeface="+mn-lt"/>
                      <a:ea typeface="+mn-ea"/>
                      <a:cs typeface="+mn-cs"/>
                    </a:defRPr>
                  </a:pPr>
                  <a:t>[PERCENTAGE]</a:t>
                </a:fld>
                <a:endParaRPr lang="en-US" sz="4400" b="1" baseline="0"/>
              </a:p>
            </c:rich>
          </c:tx>
          <c:spPr>
            <a:noFill/>
            <a:ln>
              <a:noFill/>
            </a:ln>
            <a:effectLst/>
          </c:sp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26"/>
        <c:spPr>
          <a:solidFill>
            <a:srgbClr val="7DA0CA"/>
          </a:solidFill>
          <a:ln w="19050">
            <a:solidFill>
              <a:schemeClr val="lt1"/>
            </a:solidFill>
          </a:ln>
          <a:effectLst/>
        </c:spPr>
      </c:pivotFmt>
      <c:pivotFmt>
        <c:idx val="27"/>
        <c:spPr>
          <a:solidFill>
            <a:schemeClr val="accent1">
              <a:lumMod val="40000"/>
              <a:lumOff val="60000"/>
            </a:schemeClr>
          </a:solidFill>
          <a:ln w="19050">
            <a:solidFill>
              <a:schemeClr val="lt1"/>
            </a:solidFill>
          </a:ln>
          <a:effectLst/>
        </c:spPr>
      </c:pivotFmt>
      <c:pivotFmt>
        <c:idx val="28"/>
        <c:spPr>
          <a:solidFill>
            <a:srgbClr val="052659"/>
          </a:solidFill>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44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29"/>
        <c:spPr>
          <a:solidFill>
            <a:srgbClr val="DAE3F3"/>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4400" b="1" i="0" u="none" strike="noStrike" kern="1200" baseline="0">
                    <a:solidFill>
                      <a:schemeClr val="tx1">
                        <a:lumMod val="75000"/>
                        <a:lumOff val="25000"/>
                      </a:schemeClr>
                    </a:solidFill>
                    <a:latin typeface="+mn-lt"/>
                    <a:ea typeface="+mn-ea"/>
                    <a:cs typeface="+mn-cs"/>
                  </a:defRPr>
                </a:pPr>
                <a:r>
                  <a:rPr lang="en-US" sz="4400" b="1" baseline="0"/>
                  <a:t> </a:t>
                </a:r>
                <a:fld id="{F16E7B0C-0651-44B7-A7AD-AAC12F5B5DC8}" type="PERCENTAGE">
                  <a:rPr lang="en-US" sz="4400" b="1" baseline="0"/>
                  <a:pPr>
                    <a:defRPr sz="4400" b="1" i="0" u="none" strike="noStrike" kern="1200" baseline="0">
                      <a:solidFill>
                        <a:schemeClr val="tx1">
                          <a:lumMod val="75000"/>
                          <a:lumOff val="25000"/>
                        </a:schemeClr>
                      </a:solidFill>
                      <a:latin typeface="+mn-lt"/>
                      <a:ea typeface="+mn-ea"/>
                      <a:cs typeface="+mn-cs"/>
                    </a:defRPr>
                  </a:pPr>
                  <a:t>[PERCENTAGE]</a:t>
                </a:fld>
                <a:endParaRPr lang="en-US" sz="4400" b="1" baseline="0"/>
              </a:p>
            </c:rich>
          </c:tx>
          <c:spPr>
            <a:noFill/>
            <a:ln>
              <a:noFill/>
            </a:ln>
            <a:effectLst/>
          </c:sp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30"/>
        <c:spPr>
          <a:solidFill>
            <a:srgbClr val="7DA0CA"/>
          </a:solidFill>
          <a:ln w="19050">
            <a:solidFill>
              <a:schemeClr val="lt1"/>
            </a:solidFill>
          </a:ln>
          <a:effectLst/>
        </c:spPr>
      </c:pivotFmt>
      <c:pivotFmt>
        <c:idx val="31"/>
        <c:spPr>
          <a:solidFill>
            <a:schemeClr val="accent1">
              <a:lumMod val="40000"/>
              <a:lumOff val="60000"/>
            </a:schemeClr>
          </a:solidFill>
          <a:ln w="19050">
            <a:solidFill>
              <a:schemeClr val="lt1"/>
            </a:solidFill>
          </a:ln>
          <a:effectLst/>
        </c:spPr>
      </c:pivotFmt>
      <c:pivotFmt>
        <c:idx val="32"/>
        <c:spPr>
          <a:solidFill>
            <a:srgbClr val="052659"/>
          </a:solidFill>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44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33"/>
        <c:spPr>
          <a:solidFill>
            <a:srgbClr val="DAE3F3"/>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4400" b="1" i="0" u="none" strike="noStrike" kern="1200" baseline="0">
                    <a:solidFill>
                      <a:schemeClr val="tx1">
                        <a:lumMod val="75000"/>
                        <a:lumOff val="25000"/>
                      </a:schemeClr>
                    </a:solidFill>
                    <a:latin typeface="+mn-lt"/>
                    <a:ea typeface="+mn-ea"/>
                    <a:cs typeface="+mn-cs"/>
                  </a:defRPr>
                </a:pPr>
                <a:r>
                  <a:rPr lang="en-US" sz="4400" b="1" baseline="0"/>
                  <a:t> </a:t>
                </a:r>
                <a:fld id="{F16E7B0C-0651-44B7-A7AD-AAC12F5B5DC8}" type="PERCENTAGE">
                  <a:rPr lang="en-US" sz="4400" b="1" baseline="0"/>
                  <a:pPr>
                    <a:defRPr sz="4400" b="1" i="0" u="none" strike="noStrike" kern="1200" baseline="0">
                      <a:solidFill>
                        <a:schemeClr val="tx1">
                          <a:lumMod val="75000"/>
                          <a:lumOff val="25000"/>
                        </a:schemeClr>
                      </a:solidFill>
                      <a:latin typeface="+mn-lt"/>
                      <a:ea typeface="+mn-ea"/>
                      <a:cs typeface="+mn-cs"/>
                    </a:defRPr>
                  </a:pPr>
                  <a:t>[PERCENTAGE]</a:t>
                </a:fld>
                <a:endParaRPr lang="en-US" sz="4400" b="1" baseline="0"/>
              </a:p>
            </c:rich>
          </c:tx>
          <c:spPr>
            <a:noFill/>
            <a:ln>
              <a:noFill/>
            </a:ln>
            <a:effectLst/>
          </c:sp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34"/>
        <c:spPr>
          <a:solidFill>
            <a:srgbClr val="7DA0CA"/>
          </a:solidFill>
          <a:ln w="19050">
            <a:solidFill>
              <a:schemeClr val="lt1"/>
            </a:solidFill>
          </a:ln>
          <a:effectLst/>
        </c:spPr>
      </c:pivotFmt>
      <c:pivotFmt>
        <c:idx val="35"/>
        <c:spPr>
          <a:solidFill>
            <a:schemeClr val="accent1">
              <a:lumMod val="40000"/>
              <a:lumOff val="60000"/>
            </a:schemeClr>
          </a:solidFill>
          <a:ln w="19050">
            <a:solidFill>
              <a:schemeClr val="lt1"/>
            </a:solidFill>
          </a:ln>
          <a:effectLst/>
        </c:spPr>
      </c:pivotFmt>
      <c:pivotFmt>
        <c:idx val="36"/>
        <c:spPr>
          <a:solidFill>
            <a:srgbClr val="052659"/>
          </a:solidFill>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44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37"/>
        <c:spPr>
          <a:solidFill>
            <a:srgbClr val="DAE3F3"/>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4400" b="1" i="0" u="none" strike="noStrike" kern="1200" baseline="0">
                    <a:solidFill>
                      <a:schemeClr val="tx1">
                        <a:lumMod val="75000"/>
                        <a:lumOff val="25000"/>
                      </a:schemeClr>
                    </a:solidFill>
                    <a:latin typeface="+mn-lt"/>
                    <a:ea typeface="+mn-ea"/>
                    <a:cs typeface="+mn-cs"/>
                  </a:defRPr>
                </a:pPr>
                <a:r>
                  <a:rPr lang="en-US" sz="4400" b="1" baseline="0"/>
                  <a:t> </a:t>
                </a:r>
                <a:fld id="{F16E7B0C-0651-44B7-A7AD-AAC12F5B5DC8}" type="PERCENTAGE">
                  <a:rPr lang="en-US" sz="4400" b="1" baseline="0"/>
                  <a:pPr>
                    <a:defRPr sz="4400" b="1" i="0" u="none" strike="noStrike" kern="1200" baseline="0">
                      <a:solidFill>
                        <a:schemeClr val="tx1">
                          <a:lumMod val="75000"/>
                          <a:lumOff val="25000"/>
                        </a:schemeClr>
                      </a:solidFill>
                      <a:latin typeface="+mn-lt"/>
                      <a:ea typeface="+mn-ea"/>
                      <a:cs typeface="+mn-cs"/>
                    </a:defRPr>
                  </a:pPr>
                  <a:t>[PERCENTAGE]</a:t>
                </a:fld>
                <a:endParaRPr lang="en-US" sz="4400" b="1" baseline="0"/>
              </a:p>
            </c:rich>
          </c:tx>
          <c:spPr>
            <a:noFill/>
            <a:ln>
              <a:noFill/>
            </a:ln>
            <a:effectLst/>
          </c:sp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38"/>
        <c:spPr>
          <a:solidFill>
            <a:srgbClr val="7DA0CA"/>
          </a:solidFill>
          <a:ln w="19050">
            <a:solidFill>
              <a:schemeClr val="lt1"/>
            </a:solidFill>
          </a:ln>
          <a:effectLst/>
        </c:spPr>
      </c:pivotFmt>
      <c:pivotFmt>
        <c:idx val="39"/>
        <c:spPr>
          <a:solidFill>
            <a:schemeClr val="accent1">
              <a:lumMod val="40000"/>
              <a:lumOff val="60000"/>
            </a:schemeClr>
          </a:solidFill>
          <a:ln w="19050">
            <a:solidFill>
              <a:schemeClr val="lt1"/>
            </a:solidFill>
          </a:ln>
          <a:effectLst/>
        </c:spPr>
      </c:pivotFmt>
      <c:pivotFmt>
        <c:idx val="40"/>
        <c:spPr>
          <a:solidFill>
            <a:srgbClr val="052659"/>
          </a:solidFill>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44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41"/>
        <c:spPr>
          <a:solidFill>
            <a:srgbClr val="DAE3F3"/>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4400" b="1" i="0" u="none" strike="noStrike" kern="1200" baseline="0">
                    <a:solidFill>
                      <a:schemeClr val="tx1">
                        <a:lumMod val="75000"/>
                        <a:lumOff val="25000"/>
                      </a:schemeClr>
                    </a:solidFill>
                    <a:latin typeface="+mn-lt"/>
                    <a:ea typeface="+mn-ea"/>
                    <a:cs typeface="+mn-cs"/>
                  </a:defRPr>
                </a:pPr>
                <a:r>
                  <a:rPr lang="en-US" sz="4400" b="1" baseline="0"/>
                  <a:t> </a:t>
                </a:r>
                <a:fld id="{F16E7B0C-0651-44B7-A7AD-AAC12F5B5DC8}" type="PERCENTAGE">
                  <a:rPr lang="en-US" sz="4400" b="1" baseline="0"/>
                  <a:pPr>
                    <a:defRPr sz="4400" b="1" i="0" u="none" strike="noStrike" kern="1200" baseline="0">
                      <a:solidFill>
                        <a:schemeClr val="tx1">
                          <a:lumMod val="75000"/>
                          <a:lumOff val="25000"/>
                        </a:schemeClr>
                      </a:solidFill>
                      <a:latin typeface="+mn-lt"/>
                      <a:ea typeface="+mn-ea"/>
                      <a:cs typeface="+mn-cs"/>
                    </a:defRPr>
                  </a:pPr>
                  <a:t>[PERCENTAGE]</a:t>
                </a:fld>
                <a:endParaRPr lang="en-US" sz="4400" b="1" baseline="0"/>
              </a:p>
            </c:rich>
          </c:tx>
          <c:spPr>
            <a:noFill/>
            <a:ln>
              <a:noFill/>
            </a:ln>
            <a:effectLst/>
          </c:sp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42"/>
        <c:spPr>
          <a:solidFill>
            <a:srgbClr val="7DA0CA"/>
          </a:solidFill>
          <a:ln w="19050">
            <a:solidFill>
              <a:schemeClr val="lt1"/>
            </a:solidFill>
          </a:ln>
          <a:effectLst/>
        </c:spPr>
      </c:pivotFmt>
      <c:pivotFmt>
        <c:idx val="43"/>
        <c:spPr>
          <a:solidFill>
            <a:schemeClr val="accent1">
              <a:lumMod val="40000"/>
              <a:lumOff val="60000"/>
            </a:schemeClr>
          </a:solidFill>
          <a:ln w="19050">
            <a:solidFill>
              <a:schemeClr val="lt1"/>
            </a:solidFill>
          </a:ln>
          <a:effectLst/>
        </c:spPr>
      </c:pivotFmt>
      <c:pivotFmt>
        <c:idx val="44"/>
        <c:spPr>
          <a:solidFill>
            <a:srgbClr val="052659"/>
          </a:solidFill>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45"/>
        <c:spPr>
          <a:solidFill>
            <a:srgbClr val="DAE3F3"/>
          </a:solidFill>
          <a:ln w="19050">
            <a:solidFill>
              <a:schemeClr val="lt1"/>
            </a:solidFill>
          </a:ln>
          <a:effectLst/>
        </c:spPr>
        <c:dLbl>
          <c:idx val="0"/>
          <c:layout>
            <c:manualLayout>
              <c:x val="-8.4682617311579403E-2"/>
              <c:y val="7.1283072327412322E-2"/>
            </c:manualLayout>
          </c:layout>
          <c:tx>
            <c:rich>
              <a:bodyPr/>
              <a:lstStyle/>
              <a:p>
                <a:r>
                  <a:rPr lang="en-US" sz="1600" b="1" baseline="0"/>
                  <a:t> 33%</a:t>
                </a:r>
              </a:p>
            </c:rich>
          </c:tx>
          <c:dLblPos val="bestFit"/>
          <c:showLegendKey val="0"/>
          <c:showVal val="1"/>
          <c:showCatName val="0"/>
          <c:showSerName val="0"/>
          <c:showPercent val="1"/>
          <c:showBubbleSize val="0"/>
          <c:extLst>
            <c:ext xmlns:c15="http://schemas.microsoft.com/office/drawing/2012/chart" uri="{CE6537A1-D6FC-4f65-9D91-7224C49458BB}">
              <c15:showDataLabelsRange val="0"/>
            </c:ext>
          </c:extLst>
        </c:dLbl>
      </c:pivotFmt>
      <c:pivotFmt>
        <c:idx val="46"/>
        <c:spPr>
          <a:solidFill>
            <a:srgbClr val="7DA0CA"/>
          </a:solidFill>
          <a:ln w="19050">
            <a:solidFill>
              <a:schemeClr val="lt1"/>
            </a:solidFill>
          </a:ln>
          <a:effectLst/>
        </c:spPr>
      </c:pivotFmt>
      <c:pivotFmt>
        <c:idx val="47"/>
        <c:spPr>
          <a:solidFill>
            <a:schemeClr val="accent1">
              <a:lumMod val="40000"/>
              <a:lumOff val="60000"/>
            </a:schemeClr>
          </a:solidFill>
          <a:ln w="19050">
            <a:solidFill>
              <a:schemeClr val="lt1"/>
            </a:solidFill>
          </a:ln>
          <a:effectLst/>
        </c:spPr>
      </c:pivotFmt>
      <c:pivotFmt>
        <c:idx val="48"/>
        <c:spPr>
          <a:solidFill>
            <a:srgbClr val="052659"/>
          </a:solidFill>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49"/>
        <c:spPr>
          <a:solidFill>
            <a:srgbClr val="DAE3F3"/>
          </a:solidFill>
          <a:ln w="19050">
            <a:solidFill>
              <a:schemeClr val="lt1"/>
            </a:solidFill>
          </a:ln>
          <a:effectLst/>
        </c:spPr>
        <c:dLbl>
          <c:idx val="0"/>
          <c:layout>
            <c:manualLayout>
              <c:x val="-8.4682617311579403E-2"/>
              <c:y val="7.1283072327412322E-2"/>
            </c:manualLayout>
          </c:layout>
          <c:tx>
            <c:rich>
              <a:bodyPr/>
              <a:lstStyle/>
              <a:p>
                <a:r>
                  <a:rPr lang="en-US" sz="1600" b="1" baseline="0"/>
                  <a:t> 33%</a:t>
                </a:r>
              </a:p>
            </c:rich>
          </c:tx>
          <c:dLblPos val="bestFit"/>
          <c:showLegendKey val="0"/>
          <c:showVal val="1"/>
          <c:showCatName val="0"/>
          <c:showSerName val="0"/>
          <c:showPercent val="1"/>
          <c:showBubbleSize val="0"/>
          <c:extLst>
            <c:ext xmlns:c15="http://schemas.microsoft.com/office/drawing/2012/chart" uri="{CE6537A1-D6FC-4f65-9D91-7224C49458BB}">
              <c15:showDataLabelsRange val="0"/>
            </c:ext>
          </c:extLst>
        </c:dLbl>
      </c:pivotFmt>
      <c:pivotFmt>
        <c:idx val="50"/>
        <c:spPr>
          <a:solidFill>
            <a:srgbClr val="7DA0CA"/>
          </a:solidFill>
          <a:ln w="19050">
            <a:solidFill>
              <a:schemeClr val="lt1"/>
            </a:solidFill>
          </a:ln>
          <a:effectLst/>
        </c:spPr>
      </c:pivotFmt>
      <c:pivotFmt>
        <c:idx val="51"/>
        <c:spPr>
          <a:solidFill>
            <a:schemeClr val="accent1">
              <a:lumMod val="40000"/>
              <a:lumOff val="60000"/>
            </a:schemeClr>
          </a:solidFill>
          <a:ln w="19050">
            <a:solidFill>
              <a:schemeClr val="lt1"/>
            </a:solidFill>
          </a:ln>
          <a:effectLst/>
        </c:spPr>
      </c:pivotFmt>
      <c:pivotFmt>
        <c:idx val="52"/>
        <c:spPr>
          <a:solidFill>
            <a:srgbClr val="052659"/>
          </a:solidFill>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10000" b="1" i="0" u="none" strike="noStrike" kern="1200" baseline="0">
                  <a:solidFill>
                    <a:schemeClr val="tx1"/>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53"/>
        <c:spPr>
          <a:solidFill>
            <a:srgbClr val="DAE3F3"/>
          </a:solidFill>
          <a:ln w="19050">
            <a:solidFill>
              <a:schemeClr val="lt1"/>
            </a:solidFill>
          </a:ln>
          <a:effectLst/>
        </c:spPr>
        <c:dLbl>
          <c:idx val="0"/>
          <c:layout>
            <c:manualLayout>
              <c:x val="-0.13215098508256082"/>
              <c:y val="7.1283091326890827E-2"/>
            </c:manualLayout>
          </c:layout>
          <c:tx>
            <c:rich>
              <a:bodyPr rot="0" spcFirstLastPara="1" vertOverflow="ellipsis" vert="horz" wrap="square" lIns="38100" tIns="19050" rIns="38100" bIns="19050" anchor="ctr" anchorCtr="0">
                <a:spAutoFit/>
              </a:bodyPr>
              <a:lstStyle/>
              <a:p>
                <a:pPr algn="ctr">
                  <a:defRPr lang="en-US" sz="10000" b="1" i="0" u="none" strike="noStrike" kern="1200" baseline="0">
                    <a:solidFill>
                      <a:schemeClr val="tx1"/>
                    </a:solidFill>
                    <a:latin typeface="+mn-lt"/>
                    <a:ea typeface="+mn-ea"/>
                    <a:cs typeface="+mn-cs"/>
                  </a:defRPr>
                </a:pPr>
                <a:r>
                  <a:rPr lang="en-US" sz="9600" b="1" baseline="0"/>
                  <a:t> 33%</a:t>
                </a:r>
              </a:p>
            </c:rich>
          </c:tx>
          <c:spPr>
            <a:noFill/>
            <a:ln>
              <a:noFill/>
            </a:ln>
            <a:effectLst/>
          </c:spPr>
          <c:dLblPos val="bestFit"/>
          <c:showLegendKey val="0"/>
          <c:showVal val="1"/>
          <c:showCatName val="0"/>
          <c:showSerName val="0"/>
          <c:showPercent val="1"/>
          <c:showBubbleSize val="0"/>
          <c:extLst>
            <c:ext xmlns:c15="http://schemas.microsoft.com/office/drawing/2012/chart" uri="{CE6537A1-D6FC-4f65-9D91-7224C49458BB}">
              <c15:showDataLabelsRange val="0"/>
            </c:ext>
          </c:extLst>
        </c:dLbl>
      </c:pivotFmt>
      <c:pivotFmt>
        <c:idx val="54"/>
        <c:spPr>
          <a:solidFill>
            <a:srgbClr val="7DA0CA"/>
          </a:solidFill>
          <a:ln w="19050">
            <a:solidFill>
              <a:schemeClr val="lt1"/>
            </a:solidFill>
          </a:ln>
          <a:effectLst/>
        </c:spPr>
      </c:pivotFmt>
      <c:pivotFmt>
        <c:idx val="55"/>
        <c:spPr>
          <a:solidFill>
            <a:schemeClr val="accent1">
              <a:lumMod val="40000"/>
              <a:lumOff val="60000"/>
            </a:schemeClr>
          </a:solidFill>
          <a:ln w="19050">
            <a:solidFill>
              <a:schemeClr val="lt1"/>
            </a:solidFill>
          </a:ln>
          <a:effectLst/>
        </c:spPr>
      </c:pivotFmt>
      <c:pivotFmt>
        <c:idx val="56"/>
        <c:spPr>
          <a:solidFill>
            <a:srgbClr val="052659"/>
          </a:solidFill>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10000" b="1" i="0" u="none" strike="noStrike" kern="1200" baseline="0">
                  <a:solidFill>
                    <a:schemeClr val="tx1"/>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57"/>
        <c:spPr>
          <a:solidFill>
            <a:srgbClr val="DAE3F3"/>
          </a:solidFill>
          <a:ln w="19050">
            <a:solidFill>
              <a:schemeClr val="lt1"/>
            </a:solidFill>
          </a:ln>
          <a:effectLst/>
        </c:spPr>
        <c:dLbl>
          <c:idx val="0"/>
          <c:layout>
            <c:manualLayout>
              <c:x val="-0.13215098508256082"/>
              <c:y val="7.1283091326890827E-2"/>
            </c:manualLayout>
          </c:layout>
          <c:tx>
            <c:rich>
              <a:bodyPr rot="0" spcFirstLastPara="1" vertOverflow="ellipsis" vert="horz" wrap="square" lIns="38100" tIns="19050" rIns="38100" bIns="19050" anchor="ctr" anchorCtr="0">
                <a:spAutoFit/>
              </a:bodyPr>
              <a:lstStyle/>
              <a:p>
                <a:pPr algn="ctr">
                  <a:defRPr lang="en-US" sz="10000" b="1" i="0" u="none" strike="noStrike" kern="1200" baseline="0">
                    <a:solidFill>
                      <a:schemeClr val="tx1"/>
                    </a:solidFill>
                    <a:latin typeface="+mn-lt"/>
                    <a:ea typeface="+mn-ea"/>
                    <a:cs typeface="+mn-cs"/>
                  </a:defRPr>
                </a:pPr>
                <a:r>
                  <a:rPr lang="en-US" sz="9600" b="1" baseline="0"/>
                  <a:t> 33%</a:t>
                </a:r>
              </a:p>
            </c:rich>
          </c:tx>
          <c:spPr>
            <a:noFill/>
            <a:ln>
              <a:noFill/>
            </a:ln>
            <a:effectLst/>
          </c:spPr>
          <c:dLblPos val="bestFit"/>
          <c:showLegendKey val="0"/>
          <c:showVal val="1"/>
          <c:showCatName val="0"/>
          <c:showSerName val="0"/>
          <c:showPercent val="1"/>
          <c:showBubbleSize val="0"/>
          <c:extLst>
            <c:ext xmlns:c15="http://schemas.microsoft.com/office/drawing/2012/chart" uri="{CE6537A1-D6FC-4f65-9D91-7224C49458BB}">
              <c15:showDataLabelsRange val="0"/>
            </c:ext>
          </c:extLst>
        </c:dLbl>
      </c:pivotFmt>
      <c:pivotFmt>
        <c:idx val="58"/>
        <c:spPr>
          <a:solidFill>
            <a:srgbClr val="7DA0CA"/>
          </a:solidFill>
          <a:ln w="19050">
            <a:solidFill>
              <a:schemeClr val="lt1"/>
            </a:solidFill>
          </a:ln>
          <a:effectLst/>
        </c:spPr>
      </c:pivotFmt>
      <c:pivotFmt>
        <c:idx val="59"/>
        <c:spPr>
          <a:solidFill>
            <a:schemeClr val="accent1">
              <a:lumMod val="40000"/>
              <a:lumOff val="60000"/>
            </a:schemeClr>
          </a:solidFill>
          <a:ln w="19050">
            <a:solidFill>
              <a:schemeClr val="lt1"/>
            </a:solidFill>
          </a:ln>
          <a:effectLst/>
        </c:spPr>
      </c:pivotFmt>
      <c:pivotFmt>
        <c:idx val="60"/>
        <c:spPr>
          <a:solidFill>
            <a:srgbClr val="052659"/>
          </a:solidFill>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1400" b="1" i="0" u="none" strike="noStrike" kern="1200" baseline="0">
                  <a:solidFill>
                    <a:schemeClr val="tx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61"/>
        <c:spPr>
          <a:solidFill>
            <a:srgbClr val="DAE3F3"/>
          </a:solidFill>
          <a:ln w="19050">
            <a:solidFill>
              <a:schemeClr val="lt1"/>
            </a:solidFill>
          </a:ln>
          <a:effectLst/>
        </c:spPr>
        <c:dLbl>
          <c:idx val="0"/>
          <c:tx>
            <c:rich>
              <a:bodyPr rot="0" spcFirstLastPara="1" vertOverflow="ellipsis" vert="horz" wrap="square" lIns="38100" tIns="19050" rIns="38100" bIns="19050" anchor="ctr" anchorCtr="0">
                <a:spAutoFit/>
              </a:bodyPr>
              <a:lstStyle/>
              <a:p>
                <a:pPr algn="ctr">
                  <a:defRPr lang="en-US" sz="1400" b="1" i="0" u="none" strike="noStrike" kern="1200" baseline="0">
                    <a:solidFill>
                      <a:schemeClr val="tx1"/>
                    </a:solidFill>
                    <a:latin typeface="+mn-lt"/>
                    <a:ea typeface="+mn-ea"/>
                    <a:cs typeface="+mn-cs"/>
                  </a:defRPr>
                </a:pPr>
                <a:r>
                  <a:rPr lang="en-US" sz="1400" b="1" baseline="0"/>
                  <a:t> 33%</a:t>
                </a:r>
              </a:p>
            </c:rich>
          </c:tx>
          <c:spPr>
            <a:noFill/>
            <a:ln>
              <a:noFill/>
            </a:ln>
            <a:effectLst/>
          </c:spPr>
          <c:dLblPos val="inEnd"/>
          <c:showLegendKey val="0"/>
          <c:showVal val="1"/>
          <c:showCatName val="0"/>
          <c:showSerName val="0"/>
          <c:showPercent val="1"/>
          <c:showBubbleSize val="0"/>
          <c:extLst>
            <c:ext xmlns:c15="http://schemas.microsoft.com/office/drawing/2012/chart" uri="{CE6537A1-D6FC-4f65-9D91-7224C49458BB}">
              <c15:showDataLabelsRange val="0"/>
            </c:ext>
          </c:extLst>
        </c:dLbl>
      </c:pivotFmt>
      <c:pivotFmt>
        <c:idx val="62"/>
        <c:spPr>
          <a:solidFill>
            <a:srgbClr val="7DA0CA"/>
          </a:solidFill>
          <a:ln w="19050">
            <a:solidFill>
              <a:schemeClr val="lt1"/>
            </a:solidFill>
          </a:ln>
          <a:effectLst/>
        </c:spPr>
      </c:pivotFmt>
      <c:pivotFmt>
        <c:idx val="63"/>
        <c:spPr>
          <a:solidFill>
            <a:schemeClr val="accent1">
              <a:lumMod val="40000"/>
              <a:lumOff val="60000"/>
            </a:schemeClr>
          </a:solidFill>
          <a:ln w="19050">
            <a:solidFill>
              <a:schemeClr val="lt1"/>
            </a:solidFill>
          </a:ln>
          <a:effectLst/>
        </c:spPr>
      </c:pivotFmt>
      <c:pivotFmt>
        <c:idx val="64"/>
        <c:spPr>
          <a:solidFill>
            <a:srgbClr val="052659"/>
          </a:solidFill>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1400" b="1" i="0" u="none" strike="noStrike" kern="1200" baseline="0">
                  <a:solidFill>
                    <a:schemeClr val="tx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65"/>
        <c:spPr>
          <a:solidFill>
            <a:srgbClr val="DAE3F3"/>
          </a:solidFill>
          <a:ln w="19050">
            <a:solidFill>
              <a:schemeClr val="lt1"/>
            </a:solidFill>
          </a:ln>
          <a:effectLst/>
        </c:spPr>
        <c:dLbl>
          <c:idx val="0"/>
          <c:tx>
            <c:rich>
              <a:bodyPr rot="0" spcFirstLastPara="1" vertOverflow="ellipsis" vert="horz" wrap="square" lIns="38100" tIns="19050" rIns="38100" bIns="19050" anchor="ctr" anchorCtr="0">
                <a:spAutoFit/>
              </a:bodyPr>
              <a:lstStyle/>
              <a:p>
                <a:pPr algn="ctr">
                  <a:defRPr lang="en-US" sz="1400" b="1" i="0" u="none" strike="noStrike" kern="1200" baseline="0">
                    <a:solidFill>
                      <a:schemeClr val="tx1"/>
                    </a:solidFill>
                    <a:latin typeface="+mn-lt"/>
                    <a:ea typeface="+mn-ea"/>
                    <a:cs typeface="+mn-cs"/>
                  </a:defRPr>
                </a:pPr>
                <a:r>
                  <a:rPr lang="en-US" sz="1400" b="1" baseline="0"/>
                  <a:t> 33%</a:t>
                </a:r>
              </a:p>
            </c:rich>
          </c:tx>
          <c:spPr>
            <a:noFill/>
            <a:ln>
              <a:noFill/>
            </a:ln>
            <a:effectLst/>
          </c:spPr>
          <c:dLblPos val="inEnd"/>
          <c:showLegendKey val="0"/>
          <c:showVal val="1"/>
          <c:showCatName val="0"/>
          <c:showSerName val="0"/>
          <c:showPercent val="1"/>
          <c:showBubbleSize val="0"/>
          <c:extLst>
            <c:ext xmlns:c15="http://schemas.microsoft.com/office/drawing/2012/chart" uri="{CE6537A1-D6FC-4f65-9D91-7224C49458BB}">
              <c15:showDataLabelsRange val="0"/>
            </c:ext>
          </c:extLst>
        </c:dLbl>
      </c:pivotFmt>
      <c:pivotFmt>
        <c:idx val="66"/>
        <c:spPr>
          <a:solidFill>
            <a:srgbClr val="7DA0CA"/>
          </a:solidFill>
          <a:ln w="19050">
            <a:solidFill>
              <a:schemeClr val="lt1"/>
            </a:solidFill>
          </a:ln>
          <a:effectLst/>
        </c:spPr>
      </c:pivotFmt>
      <c:pivotFmt>
        <c:idx val="67"/>
        <c:spPr>
          <a:solidFill>
            <a:schemeClr val="accent1">
              <a:lumMod val="40000"/>
              <a:lumOff val="60000"/>
            </a:schemeClr>
          </a:solidFill>
          <a:ln w="19050">
            <a:solidFill>
              <a:schemeClr val="lt1"/>
            </a:solidFill>
          </a:ln>
          <a:effectLst/>
        </c:spPr>
      </c:pivotFmt>
      <c:pivotFmt>
        <c:idx val="68"/>
        <c:spPr>
          <a:solidFill>
            <a:srgbClr val="052659"/>
          </a:solidFill>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1400" b="1" i="0" u="none" strike="noStrike" kern="1200" baseline="0">
                  <a:solidFill>
                    <a:schemeClr val="tx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69"/>
        <c:spPr>
          <a:solidFill>
            <a:srgbClr val="DAE3F3"/>
          </a:solidFill>
          <a:ln w="19050">
            <a:solidFill>
              <a:schemeClr val="lt1"/>
            </a:solidFill>
          </a:ln>
          <a:effectLst/>
        </c:spPr>
        <c:dLbl>
          <c:idx val="0"/>
          <c:tx>
            <c:rich>
              <a:bodyPr rot="0" spcFirstLastPara="1" vertOverflow="ellipsis" vert="horz" wrap="square" lIns="38100" tIns="19050" rIns="38100" bIns="19050" anchor="ctr" anchorCtr="0">
                <a:spAutoFit/>
              </a:bodyPr>
              <a:lstStyle/>
              <a:p>
                <a:pPr algn="ctr">
                  <a:defRPr lang="en-US" sz="1400" b="1" i="0" u="none" strike="noStrike" kern="1200" baseline="0">
                    <a:solidFill>
                      <a:schemeClr val="tx1"/>
                    </a:solidFill>
                    <a:latin typeface="+mn-lt"/>
                    <a:ea typeface="+mn-ea"/>
                    <a:cs typeface="+mn-cs"/>
                  </a:defRPr>
                </a:pPr>
                <a:r>
                  <a:rPr lang="en-US" sz="1400" b="1" baseline="0"/>
                  <a:t> 33%</a:t>
                </a:r>
              </a:p>
            </c:rich>
          </c:tx>
          <c:spPr>
            <a:noFill/>
            <a:ln>
              <a:noFill/>
            </a:ln>
            <a:effectLst/>
          </c:spPr>
          <c:dLblPos val="inEnd"/>
          <c:showLegendKey val="0"/>
          <c:showVal val="1"/>
          <c:showCatName val="0"/>
          <c:showSerName val="0"/>
          <c:showPercent val="1"/>
          <c:showBubbleSize val="0"/>
          <c:extLst>
            <c:ext xmlns:c15="http://schemas.microsoft.com/office/drawing/2012/chart" uri="{CE6537A1-D6FC-4f65-9D91-7224C49458BB}">
              <c15:showDataLabelsRange val="0"/>
            </c:ext>
          </c:extLst>
        </c:dLbl>
      </c:pivotFmt>
      <c:pivotFmt>
        <c:idx val="70"/>
        <c:spPr>
          <a:solidFill>
            <a:srgbClr val="7DA0CA"/>
          </a:solidFill>
          <a:ln w="19050">
            <a:solidFill>
              <a:schemeClr val="lt1"/>
            </a:solidFill>
          </a:ln>
          <a:effectLst/>
        </c:spPr>
      </c:pivotFmt>
      <c:pivotFmt>
        <c:idx val="71"/>
        <c:spPr>
          <a:solidFill>
            <a:schemeClr val="accent1">
              <a:lumMod val="40000"/>
              <a:lumOff val="60000"/>
            </a:schemeClr>
          </a:solidFill>
          <a:ln w="19050">
            <a:solidFill>
              <a:schemeClr val="lt1"/>
            </a:solidFill>
          </a:ln>
          <a:effectLst/>
        </c:spPr>
      </c:pivotFmt>
    </c:pivotFmts>
    <c:plotArea>
      <c:layout>
        <c:manualLayout>
          <c:layoutTarget val="inner"/>
          <c:xMode val="edge"/>
          <c:yMode val="edge"/>
          <c:x val="0.11003004942145149"/>
          <c:y val="0.17107234532977109"/>
          <c:w val="0.58676697591018934"/>
          <c:h val="0.67729704265333746"/>
        </c:manualLayout>
      </c:layout>
      <c:pieChart>
        <c:varyColors val="1"/>
        <c:ser>
          <c:idx val="0"/>
          <c:order val="0"/>
          <c:tx>
            <c:strRef>
              <c:f>Analysis!$B$14</c:f>
              <c:strCache>
                <c:ptCount val="1"/>
                <c:pt idx="0">
                  <c:v>Total</c:v>
                </c:pt>
              </c:strCache>
            </c:strRef>
          </c:tx>
          <c:spPr>
            <a:solidFill>
              <a:srgbClr val="052659"/>
            </a:solidFill>
          </c:spPr>
          <c:dPt>
            <c:idx val="0"/>
            <c:bubble3D val="0"/>
            <c:spPr>
              <a:solidFill>
                <a:srgbClr val="DAE3F3"/>
              </a:solidFill>
              <a:ln w="19050">
                <a:solidFill>
                  <a:schemeClr val="lt1"/>
                </a:solidFill>
              </a:ln>
              <a:effectLst/>
            </c:spPr>
            <c:extLst>
              <c:ext xmlns:c16="http://schemas.microsoft.com/office/drawing/2014/chart" uri="{C3380CC4-5D6E-409C-BE32-E72D297353CC}">
                <c16:uniqueId val="{00000001-9AEC-4573-ACE3-CA1EF6E92A6B}"/>
              </c:ext>
            </c:extLst>
          </c:dPt>
          <c:dPt>
            <c:idx val="1"/>
            <c:bubble3D val="0"/>
            <c:spPr>
              <a:solidFill>
                <a:srgbClr val="7DA0CA"/>
              </a:solidFill>
              <a:ln w="19050">
                <a:solidFill>
                  <a:schemeClr val="lt1"/>
                </a:solidFill>
              </a:ln>
              <a:effectLst/>
            </c:spPr>
            <c:extLst>
              <c:ext xmlns:c16="http://schemas.microsoft.com/office/drawing/2014/chart" uri="{C3380CC4-5D6E-409C-BE32-E72D297353CC}">
                <c16:uniqueId val="{00000003-9AEC-4573-ACE3-CA1EF6E92A6B}"/>
              </c:ext>
            </c:extLst>
          </c:dPt>
          <c:dPt>
            <c:idx val="2"/>
            <c:bubble3D val="0"/>
            <c:spPr>
              <a:solidFill>
                <a:schemeClr val="accent1">
                  <a:lumMod val="40000"/>
                  <a:lumOff val="60000"/>
                </a:schemeClr>
              </a:solidFill>
              <a:ln w="19050">
                <a:solidFill>
                  <a:schemeClr val="lt1"/>
                </a:solidFill>
              </a:ln>
              <a:effectLst/>
            </c:spPr>
            <c:extLst>
              <c:ext xmlns:c16="http://schemas.microsoft.com/office/drawing/2014/chart" uri="{C3380CC4-5D6E-409C-BE32-E72D297353CC}">
                <c16:uniqueId val="{00000005-9AEC-4573-ACE3-CA1EF6E92A6B}"/>
              </c:ext>
            </c:extLst>
          </c:dPt>
          <c:dLbls>
            <c:dLbl>
              <c:idx val="0"/>
              <c:tx>
                <c:rich>
                  <a:bodyPr/>
                  <a:lstStyle/>
                  <a:p>
                    <a:r>
                      <a:rPr lang="en-US" sz="1400" b="0" baseline="0"/>
                      <a:t> 33%</a:t>
                    </a:r>
                  </a:p>
                </c:rich>
              </c:tx>
              <c:dLblPos val="inEnd"/>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1-9AEC-4573-ACE3-CA1EF6E92A6B}"/>
                </c:ext>
              </c:extLst>
            </c:dLbl>
            <c:spPr>
              <a:noFill/>
              <a:ln>
                <a:noFill/>
              </a:ln>
              <a:effectLst/>
            </c:spPr>
            <c:txPr>
              <a:bodyPr rot="0" spcFirstLastPara="1" vertOverflow="ellipsis" vert="horz" wrap="square" lIns="38100" tIns="19050" rIns="38100" bIns="19050" anchor="ctr" anchorCtr="0">
                <a:spAutoFit/>
              </a:bodyPr>
              <a:lstStyle/>
              <a:p>
                <a:pPr algn="ctr">
                  <a:defRPr lang="en-US" sz="1400" b="0" i="0" u="none" strike="noStrike" kern="1200" baseline="0">
                    <a:solidFill>
                      <a:schemeClr val="tx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Analysis!$A$15:$A$18</c:f>
              <c:strCache>
                <c:ptCount val="3"/>
                <c:pt idx="0">
                  <c:v>Male</c:v>
                </c:pt>
                <c:pt idx="1">
                  <c:v>Female</c:v>
                </c:pt>
                <c:pt idx="2">
                  <c:v>Other</c:v>
                </c:pt>
              </c:strCache>
            </c:strRef>
          </c:cat>
          <c:val>
            <c:numRef>
              <c:f>Analysis!$B$15:$B$18</c:f>
              <c:numCache>
                <c:formatCode>0</c:formatCode>
                <c:ptCount val="3"/>
                <c:pt idx="0">
                  <c:v>1653</c:v>
                </c:pt>
                <c:pt idx="1">
                  <c:v>1653</c:v>
                </c:pt>
                <c:pt idx="2">
                  <c:v>1694</c:v>
                </c:pt>
              </c:numCache>
            </c:numRef>
          </c:val>
          <c:extLst>
            <c:ext xmlns:c16="http://schemas.microsoft.com/office/drawing/2014/chart" uri="{C3380CC4-5D6E-409C-BE32-E72D297353CC}">
              <c16:uniqueId val="{00000006-9AEC-4573-ACE3-CA1EF6E92A6B}"/>
            </c:ext>
          </c:extLst>
        </c:ser>
        <c:dLbls>
          <c:dLblPos val="bestFit"/>
          <c:showLegendKey val="0"/>
          <c:showVal val="1"/>
          <c:showCatName val="0"/>
          <c:showSerName val="0"/>
          <c:showPercent val="0"/>
          <c:showBubbleSize val="0"/>
          <c:showLeaderLines val="1"/>
        </c:dLbls>
        <c:firstSliceAng val="0"/>
      </c:pieChart>
    </c:plotArea>
    <c:legend>
      <c:legendPos val="r"/>
      <c:overlay val="0"/>
      <c:spPr>
        <a:noFill/>
        <a:ln>
          <a:noFill/>
        </a:ln>
        <a:effectLst/>
      </c:spPr>
      <c:txPr>
        <a:bodyPr rot="0" spcFirstLastPara="1" vertOverflow="ellipsis" vert="horz" wrap="square" anchor="ctr" anchorCtr="1"/>
        <a:lstStyle/>
        <a:p>
          <a:pPr algn="ctr">
            <a:defRPr lang="en-US" sz="1400" b="0" i="0" u="none" strike="noStrike" kern="1200" baseline="0">
              <a:solidFill>
                <a:schemeClr val="tx1"/>
              </a:solidFill>
              <a:latin typeface="+mn-lt"/>
              <a:ea typeface="+mn-ea"/>
              <a:cs typeface="+mn-cs"/>
            </a:defRPr>
          </a:pPr>
          <a:endParaRPr lang="en-US"/>
        </a:p>
      </c:txPr>
    </c:legend>
    <c:plotVisOnly val="1"/>
    <c:dispBlanksAs val="gap"/>
    <c:showDLblsOverMax val="0"/>
    <c:extLst/>
  </c:chart>
  <c:spPr>
    <a:noFill/>
    <a:ln>
      <a:noFill/>
    </a:ln>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[Mini Project_Group 2_Submit.xlsx]Analysis!Visit Trend</c:name>
    <c:fmtId val="27"/>
  </c:pivotSource>
  <c:chart>
    <c:autoTitleDeleted val="1"/>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delete val="1"/>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delete val="1"/>
          <c:extLst>
            <c:ext xmlns:c15="http://schemas.microsoft.com/office/drawing/2012/chart" uri="{CE6537A1-D6FC-4f65-9D91-7224C49458BB}"/>
          </c:extLst>
        </c:dLbl>
      </c:pivotFmt>
      <c:pivotFmt>
        <c:idx val="2"/>
        <c:spPr>
          <a:ln w="28575" cap="rnd">
            <a:solidFill>
              <a:schemeClr val="accent1"/>
            </a:solidFill>
            <a:round/>
          </a:ln>
          <a:effectLst/>
        </c:spPr>
        <c:marker>
          <c:symbol val="circle"/>
          <c:size val="5"/>
          <c:spPr>
            <a:solidFill>
              <a:schemeClr val="accent1"/>
            </a:solidFill>
            <a:ln w="9525">
              <a:solidFill>
                <a:schemeClr val="accent1"/>
              </a:solidFill>
            </a:ln>
            <a:effectLst/>
          </c:spPr>
        </c:marker>
        <c:dLbl>
          <c:idx val="0"/>
          <c:delete val="1"/>
          <c:extLst>
            <c:ext xmlns:c15="http://schemas.microsoft.com/office/drawing/2012/chart" uri="{CE6537A1-D6FC-4f65-9D91-7224C49458BB}"/>
          </c:extLst>
        </c:dLbl>
      </c:pivotFmt>
      <c:pivotFmt>
        <c:idx val="3"/>
        <c:spPr>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a:lstStyle/>
            <a:p>
              <a:pPr>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a:lstStyle/>
            <a:p>
              <a:pPr>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5"/>
        <c:spPr>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a:lstStyle/>
            <a:p>
              <a:pPr>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2.948073390778207E-2"/>
          <c:y val="0.22848358906272856"/>
          <c:w val="0.94103853218443589"/>
          <c:h val="0.6355559616583577"/>
        </c:manualLayout>
      </c:layout>
      <c:lineChart>
        <c:grouping val="standard"/>
        <c:varyColors val="0"/>
        <c:ser>
          <c:idx val="0"/>
          <c:order val="0"/>
          <c:tx>
            <c:strRef>
              <c:f>Analysis!$E$23</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a:lstStyle/>
              <a:p>
                <a:pPr>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Analysis!$D$24:$D$36</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Analysis!$E$24:$E$36</c:f>
              <c:numCache>
                <c:formatCode>0</c:formatCode>
                <c:ptCount val="12"/>
                <c:pt idx="0">
                  <c:v>425</c:v>
                </c:pt>
                <c:pt idx="1">
                  <c:v>363</c:v>
                </c:pt>
                <c:pt idx="2">
                  <c:v>444</c:v>
                </c:pt>
                <c:pt idx="3">
                  <c:v>402</c:v>
                </c:pt>
                <c:pt idx="4">
                  <c:v>423</c:v>
                </c:pt>
                <c:pt idx="5">
                  <c:v>403</c:v>
                </c:pt>
                <c:pt idx="6">
                  <c:v>421</c:v>
                </c:pt>
                <c:pt idx="7">
                  <c:v>444</c:v>
                </c:pt>
                <c:pt idx="8">
                  <c:v>447</c:v>
                </c:pt>
                <c:pt idx="9">
                  <c:v>445</c:v>
                </c:pt>
                <c:pt idx="10">
                  <c:v>406</c:v>
                </c:pt>
                <c:pt idx="11">
                  <c:v>377</c:v>
                </c:pt>
              </c:numCache>
            </c:numRef>
          </c:val>
          <c:smooth val="0"/>
          <c:extLst>
            <c:ext xmlns:c16="http://schemas.microsoft.com/office/drawing/2014/chart" uri="{C3380CC4-5D6E-409C-BE32-E72D297353CC}">
              <c16:uniqueId val="{00000000-0CD5-49BE-99F1-19F6A96A96A6}"/>
            </c:ext>
          </c:extLst>
        </c:ser>
        <c:dLbls>
          <c:dLblPos val="t"/>
          <c:showLegendKey val="0"/>
          <c:showVal val="1"/>
          <c:showCatName val="0"/>
          <c:showSerName val="0"/>
          <c:showPercent val="0"/>
          <c:showBubbleSize val="0"/>
        </c:dLbls>
        <c:marker val="1"/>
        <c:smooth val="0"/>
        <c:axId val="1525108511"/>
        <c:axId val="1525106847"/>
      </c:lineChart>
      <c:catAx>
        <c:axId val="152510851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en-US"/>
          </a:p>
        </c:txPr>
        <c:crossAx val="1525106847"/>
        <c:crosses val="autoZero"/>
        <c:auto val="1"/>
        <c:lblAlgn val="ctr"/>
        <c:lblOffset val="100"/>
        <c:noMultiLvlLbl val="0"/>
      </c:catAx>
      <c:valAx>
        <c:axId val="1525106847"/>
        <c:scaling>
          <c:orientation val="minMax"/>
        </c:scaling>
        <c:delete val="1"/>
        <c:axPos val="l"/>
        <c:numFmt formatCode="0" sourceLinked="1"/>
        <c:majorTickMark val="none"/>
        <c:minorTickMark val="none"/>
        <c:tickLblPos val="nextTo"/>
        <c:crossAx val="1525108511"/>
        <c:crosses val="autoZero"/>
        <c:crossBetween val="between"/>
      </c:valAx>
      <c:spPr>
        <a:noFill/>
        <a:ln>
          <a:noFill/>
        </a:ln>
      </c:spPr>
    </c:plotArea>
    <c:plotVisOnly val="1"/>
    <c:dispBlanksAs val="gap"/>
    <c:showDLblsOverMax val="0"/>
    <c:extLst/>
  </c:chart>
  <c:spPr>
    <a:noFill/>
    <a:ln>
      <a:noFill/>
    </a:ln>
  </c:spPr>
  <c:txPr>
    <a:bodyPr/>
    <a:lstStyle/>
    <a:p>
      <a:pPr>
        <a:defRPr sz="1400"/>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[Mini Project_Group 2_Submit.xlsx]Analysis!Cost by Diagnosis</c:name>
    <c:fmtId val="17"/>
  </c:pivotSource>
  <c:chart>
    <c:autoTitleDeleted val="1"/>
    <c:pivotFmts>
      <c:pivotFmt>
        <c:idx val="0"/>
        <c:spPr>
          <a:solidFill>
            <a:schemeClr val="accent1">
              <a:lumMod val="20000"/>
              <a:lumOff val="8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32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lumMod val="20000"/>
              <a:lumOff val="8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32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lumMod val="20000"/>
              <a:lumOff val="8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32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lumMod val="20000"/>
              <a:lumOff val="8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32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7DA0CA"/>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7DA0CA"/>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7DA0CA"/>
          </a:solidFill>
          <a:ln>
            <a:noFill/>
          </a:ln>
          <a:effectLst/>
        </c:spPr>
        <c:marker>
          <c:symbol val="none"/>
        </c:marker>
        <c:dLbl>
          <c:idx val="0"/>
          <c:spPr>
            <a:noFill/>
            <a:ln>
              <a:noFill/>
            </a:ln>
            <a:effectLst/>
          </c:spPr>
          <c:txPr>
            <a:bodyPr wrap="square" lIns="38100" tIns="19050" rIns="38100" bIns="19050" anchor="ctr">
              <a:spAutoFit/>
            </a:bodyPr>
            <a:lstStyle/>
            <a:p>
              <a:pPr>
                <a:defRPr sz="5400" b="1"/>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7DA0CA"/>
          </a:solidFill>
          <a:ln>
            <a:noFill/>
          </a:ln>
          <a:effectLst/>
        </c:spPr>
        <c:marker>
          <c:symbol val="none"/>
        </c:marker>
        <c:dLbl>
          <c:idx val="0"/>
          <c:spPr>
            <a:noFill/>
            <a:ln>
              <a:noFill/>
            </a:ln>
            <a:effectLst/>
          </c:spPr>
          <c:txPr>
            <a:bodyPr wrap="square" lIns="38100" tIns="19050" rIns="38100" bIns="19050" anchor="ctr">
              <a:spAutoFit/>
            </a:bodyPr>
            <a:lstStyle/>
            <a:p>
              <a:pPr>
                <a:defRPr sz="5400" b="1"/>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7DA0CA"/>
          </a:solidFill>
          <a:ln>
            <a:noFill/>
          </a:ln>
          <a:effectLst/>
        </c:spPr>
        <c:marker>
          <c:symbol val="none"/>
        </c:marker>
        <c:dLbl>
          <c:idx val="0"/>
          <c:spPr>
            <a:noFill/>
            <a:ln>
              <a:noFill/>
            </a:ln>
            <a:effectLst/>
          </c:spPr>
          <c:txPr>
            <a:bodyPr wrap="square" lIns="38100" tIns="19050" rIns="38100" bIns="19050" anchor="ctr">
              <a:spAutoFit/>
            </a:bodyPr>
            <a:lstStyle/>
            <a:p>
              <a:pPr>
                <a:defRPr sz="5400" b="1"/>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rgbClr val="7DA0CA"/>
          </a:solidFill>
          <a:ln>
            <a:noFill/>
          </a:ln>
          <a:effectLst/>
        </c:spPr>
        <c:marker>
          <c:symbol val="none"/>
        </c:marker>
        <c:dLbl>
          <c:idx val="0"/>
          <c:spPr>
            <a:noFill/>
            <a:ln>
              <a:noFill/>
            </a:ln>
            <a:effectLst/>
          </c:spPr>
          <c:txPr>
            <a:bodyPr wrap="square" lIns="38100" tIns="19050" rIns="38100" bIns="19050" anchor="ctr">
              <a:spAutoFit/>
            </a:bodyPr>
            <a:lstStyle/>
            <a:p>
              <a:pPr>
                <a:defRPr sz="8500" b="1"/>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rgbClr val="7DA0CA"/>
          </a:solidFill>
          <a:ln>
            <a:noFill/>
          </a:ln>
          <a:effectLst/>
        </c:spPr>
        <c:marker>
          <c:symbol val="none"/>
        </c:marker>
        <c:dLbl>
          <c:idx val="0"/>
          <c:spPr>
            <a:noFill/>
            <a:ln>
              <a:noFill/>
            </a:ln>
            <a:effectLst/>
          </c:spPr>
          <c:txPr>
            <a:bodyPr wrap="square" lIns="38100" tIns="19050" rIns="38100" bIns="19050" anchor="ctr">
              <a:spAutoFit/>
            </a:bodyPr>
            <a:lstStyle/>
            <a:p>
              <a:pPr>
                <a:defRPr sz="8500" b="1"/>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rgbClr val="7DA0CA"/>
          </a:solidFill>
          <a:ln>
            <a:noFill/>
          </a:ln>
          <a:effectLst/>
        </c:spPr>
        <c:marker>
          <c:symbol val="none"/>
        </c:marker>
        <c:dLbl>
          <c:idx val="0"/>
          <c:spPr>
            <a:noFill/>
            <a:ln>
              <a:noFill/>
            </a:ln>
            <a:effectLst/>
          </c:spPr>
          <c:txPr>
            <a:bodyPr wrap="square" lIns="38100" tIns="19050" rIns="38100" bIns="19050" anchor="ctr">
              <a:spAutoFit/>
            </a:bodyPr>
            <a:lstStyle/>
            <a:p>
              <a:pPr>
                <a:defRPr sz="1400" b="1"/>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rgbClr val="7DA0CA"/>
          </a:solidFill>
          <a:ln>
            <a:noFill/>
          </a:ln>
          <a:effectLst/>
        </c:spPr>
        <c:marker>
          <c:symbol val="none"/>
        </c:marker>
        <c:dLbl>
          <c:idx val="0"/>
          <c:spPr>
            <a:noFill/>
            <a:ln>
              <a:noFill/>
            </a:ln>
            <a:effectLst/>
          </c:spPr>
          <c:txPr>
            <a:bodyPr wrap="square" lIns="38100" tIns="19050" rIns="38100" bIns="19050" anchor="ctr">
              <a:spAutoFit/>
            </a:bodyPr>
            <a:lstStyle/>
            <a:p>
              <a:pPr>
                <a:defRPr sz="1400" b="1"/>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rgbClr val="7DA0CA"/>
          </a:solidFill>
          <a:ln>
            <a:noFill/>
          </a:ln>
          <a:effectLst/>
        </c:spPr>
        <c:marker>
          <c:symbol val="none"/>
        </c:marker>
        <c:dLbl>
          <c:idx val="0"/>
          <c:spPr>
            <a:noFill/>
            <a:ln>
              <a:noFill/>
            </a:ln>
            <a:effectLst/>
          </c:spPr>
          <c:txPr>
            <a:bodyPr wrap="square" lIns="38100" tIns="19050" rIns="38100" bIns="19050" anchor="ctr">
              <a:spAutoFit/>
            </a:bodyPr>
            <a:lstStyle/>
            <a:p>
              <a:pPr>
                <a:defRPr sz="1400" b="1"/>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2.7771749067976532E-2"/>
          <c:y val="0.22147682662055279"/>
          <c:w val="0.94505133511695294"/>
          <c:h val="0.62240466540856332"/>
        </c:manualLayout>
      </c:layout>
      <c:barChart>
        <c:barDir val="col"/>
        <c:grouping val="clustered"/>
        <c:varyColors val="0"/>
        <c:ser>
          <c:idx val="0"/>
          <c:order val="0"/>
          <c:tx>
            <c:strRef>
              <c:f>Analysis!$E$2</c:f>
              <c:strCache>
                <c:ptCount val="1"/>
                <c:pt idx="0">
                  <c:v>Total</c:v>
                </c:pt>
              </c:strCache>
            </c:strRef>
          </c:tx>
          <c:spPr>
            <a:solidFill>
              <a:srgbClr val="7DA0CA"/>
            </a:solidFill>
            <a:ln>
              <a:noFill/>
            </a:ln>
            <a:effectLst/>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Analysis!$D$3:$D$11</c:f>
              <c:strCache>
                <c:ptCount val="8"/>
                <c:pt idx="0">
                  <c:v>Migraine</c:v>
                </c:pt>
                <c:pt idx="1">
                  <c:v>Cancer</c:v>
                </c:pt>
                <c:pt idx="2">
                  <c:v>Covid-19</c:v>
                </c:pt>
                <c:pt idx="3">
                  <c:v>Hypertension</c:v>
                </c:pt>
                <c:pt idx="4">
                  <c:v>Flu</c:v>
                </c:pt>
                <c:pt idx="5">
                  <c:v>Asthma</c:v>
                </c:pt>
                <c:pt idx="6">
                  <c:v>Diabetes</c:v>
                </c:pt>
                <c:pt idx="7">
                  <c:v>Unknown</c:v>
                </c:pt>
              </c:strCache>
            </c:strRef>
          </c:cat>
          <c:val>
            <c:numRef>
              <c:f>Analysis!$E$3:$E$11</c:f>
              <c:numCache>
                <c:formatCode>[$$-409]#,##0</c:formatCode>
                <c:ptCount val="8"/>
                <c:pt idx="0">
                  <c:v>1745501.7699999991</c:v>
                </c:pt>
                <c:pt idx="1">
                  <c:v>1724082.2400000005</c:v>
                </c:pt>
                <c:pt idx="2">
                  <c:v>1653550.1800000004</c:v>
                </c:pt>
                <c:pt idx="3">
                  <c:v>1646088.5800000005</c:v>
                </c:pt>
                <c:pt idx="4">
                  <c:v>1619448.27</c:v>
                </c:pt>
                <c:pt idx="5">
                  <c:v>1569662.9699999995</c:v>
                </c:pt>
                <c:pt idx="6">
                  <c:v>1565661.8800000011</c:v>
                </c:pt>
                <c:pt idx="7">
                  <c:v>916795.04999999923</c:v>
                </c:pt>
              </c:numCache>
            </c:numRef>
          </c:val>
          <c:extLst>
            <c:ext xmlns:c16="http://schemas.microsoft.com/office/drawing/2014/chart" uri="{C3380CC4-5D6E-409C-BE32-E72D297353CC}">
              <c16:uniqueId val="{00000000-2B33-420A-8E4F-D217A8A5ABC4}"/>
            </c:ext>
          </c:extLst>
        </c:ser>
        <c:dLbls>
          <c:dLblPos val="outEnd"/>
          <c:showLegendKey val="0"/>
          <c:showVal val="1"/>
          <c:showCatName val="0"/>
          <c:showSerName val="0"/>
          <c:showPercent val="0"/>
          <c:showBubbleSize val="0"/>
        </c:dLbls>
        <c:gapWidth val="20"/>
        <c:overlap val="70"/>
        <c:axId val="148055552"/>
        <c:axId val="148062592"/>
      </c:barChart>
      <c:catAx>
        <c:axId val="148055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900" b="0" i="0" u="none" strike="noStrike" kern="1200" baseline="0">
                <a:solidFill>
                  <a:schemeClr val="tx1">
                    <a:lumMod val="95000"/>
                    <a:lumOff val="5000"/>
                  </a:schemeClr>
                </a:solidFill>
                <a:latin typeface="+mn-lt"/>
                <a:ea typeface="+mn-ea"/>
                <a:cs typeface="+mn-cs"/>
              </a:defRPr>
            </a:pPr>
            <a:endParaRPr lang="en-US"/>
          </a:p>
        </c:txPr>
        <c:crossAx val="148062592"/>
        <c:crosses val="autoZero"/>
        <c:auto val="1"/>
        <c:lblAlgn val="ctr"/>
        <c:lblOffset val="100"/>
        <c:noMultiLvlLbl val="0"/>
      </c:catAx>
      <c:valAx>
        <c:axId val="148062592"/>
        <c:scaling>
          <c:orientation val="minMax"/>
        </c:scaling>
        <c:delete val="1"/>
        <c:axPos val="l"/>
        <c:numFmt formatCode="[$$-409]#,##0" sourceLinked="1"/>
        <c:majorTickMark val="none"/>
        <c:minorTickMark val="none"/>
        <c:tickLblPos val="nextTo"/>
        <c:crossAx val="148055552"/>
        <c:crosses val="autoZero"/>
        <c:crossBetween val="between"/>
      </c:valAx>
      <c:spPr>
        <a:noFill/>
        <a:ln>
          <a:noFill/>
        </a:ln>
        <a:effectLst/>
      </c:spPr>
    </c:plotArea>
    <c:plotVisOnly val="1"/>
    <c:dispBlanksAs val="gap"/>
    <c:showDLblsOverMax val="0"/>
    <c:extLst/>
  </c:chart>
  <c:spPr>
    <a:noFill/>
    <a:ln w="9525" cap="flat" cmpd="sng" algn="ctr">
      <a:noFill/>
      <a:round/>
    </a:ln>
    <a:effectLst/>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[Mini Project_Group 2_Submit.xlsx]Analysis!Cost by Treatment</c:name>
    <c:fmtId val="19"/>
  </c:pivotSource>
  <c:chart>
    <c:title>
      <c:tx>
        <c:rich>
          <a:bodyPr/>
          <a:lstStyle/>
          <a:p>
            <a:pPr>
              <a:defRPr lang="en-US" sz="1100" b="0" i="0" u="none" strike="noStrike" kern="1200" baseline="0">
                <a:solidFill>
                  <a:sysClr val="windowText" lastClr="000000"/>
                </a:solidFill>
                <a:latin typeface="+mn-lt"/>
                <a:ea typeface="+mn-ea"/>
                <a:cs typeface="+mn-cs"/>
              </a:defRPr>
            </a:pPr>
            <a:r>
              <a:rPr lang="en-US" sz="1100" b="0" i="0" u="none" strike="noStrike" kern="1200" baseline="0">
                <a:solidFill>
                  <a:sysClr val="windowText" lastClr="000000"/>
                </a:solidFill>
                <a:latin typeface="+mn-lt"/>
                <a:ea typeface="+mn-ea"/>
                <a:cs typeface="+mn-cs"/>
              </a:rPr>
              <a:t>Total Cost by Treatment</a:t>
            </a:r>
          </a:p>
        </c:rich>
      </c:tx>
      <c:overlay val="0"/>
    </c:title>
    <c:autoTitleDeleted val="0"/>
    <c:pivotFmts>
      <c:pivotFmt>
        <c:idx val="0"/>
        <c:marker>
          <c:symbol val="none"/>
        </c:marker>
        <c:dLbl>
          <c:idx val="0"/>
          <c:spPr/>
          <c:txPr>
            <a:bodyPr/>
            <a:lstStyle/>
            <a:p>
              <a:pPr>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dLbl>
          <c:idx val="0"/>
          <c:layout>
            <c:manualLayout>
              <c:x val="5.5555555555555558E-3"/>
              <c:y val="-0.33859725867599882"/>
            </c:manualLayout>
          </c:layout>
          <c:dLblPos val="ctr"/>
          <c:showLegendKey val="0"/>
          <c:showVal val="1"/>
          <c:showCatName val="0"/>
          <c:showSerName val="0"/>
          <c:showPercent val="0"/>
          <c:showBubbleSize val="0"/>
          <c:extLst>
            <c:ext xmlns:c15="http://schemas.microsoft.com/office/drawing/2012/chart" uri="{CE6537A1-D6FC-4f65-9D91-7224C49458BB}"/>
          </c:extLst>
        </c:dLbl>
      </c:pivotFmt>
      <c:pivotFmt>
        <c:idx val="2"/>
        <c:dLbl>
          <c:idx val="0"/>
          <c:layout>
            <c:manualLayout>
              <c:x val="5.5551339720651249E-3"/>
              <c:y val="-0.14464698001358123"/>
            </c:manualLayout>
          </c:layout>
          <c:dLblPos val="ctr"/>
          <c:showLegendKey val="0"/>
          <c:showVal val="1"/>
          <c:showCatName val="0"/>
          <c:showSerName val="0"/>
          <c:showPercent val="0"/>
          <c:showBubbleSize val="0"/>
          <c:extLst>
            <c:ext xmlns:c15="http://schemas.microsoft.com/office/drawing/2012/chart" uri="{CE6537A1-D6FC-4f65-9D91-7224C49458BB}"/>
          </c:extLst>
        </c:dLbl>
      </c:pivotFmt>
      <c:pivotFmt>
        <c:idx val="3"/>
        <c:dLbl>
          <c:idx val="0"/>
          <c:layout>
            <c:manualLayout>
              <c:x val="5.5546965943805279E-3"/>
              <c:y val="-0.27611944133463029"/>
            </c:manualLayout>
          </c:layout>
          <c:dLblPos val="ctr"/>
          <c:showLegendKey val="0"/>
          <c:showVal val="1"/>
          <c:showCatName val="0"/>
          <c:showSerName val="0"/>
          <c:showPercent val="0"/>
          <c:showBubbleSize val="0"/>
          <c:extLst>
            <c:ext xmlns:c15="http://schemas.microsoft.com/office/drawing/2012/chart" uri="{CE6537A1-D6FC-4f65-9D91-7224C49458BB}"/>
          </c:extLst>
        </c:dLbl>
      </c:pivotFmt>
      <c:pivotFmt>
        <c:idx val="4"/>
        <c:dLbl>
          <c:idx val="0"/>
          <c:layout>
            <c:manualLayout>
              <c:x val="0"/>
              <c:y val="-0.33234863361902839"/>
            </c:manualLayout>
          </c:layout>
          <c:dLblPos val="ctr"/>
          <c:showLegendKey val="0"/>
          <c:showVal val="1"/>
          <c:showCatName val="0"/>
          <c:showSerName val="0"/>
          <c:showPercent val="0"/>
          <c:showBubbleSize val="0"/>
          <c:extLst>
            <c:ext xmlns:c15="http://schemas.microsoft.com/office/drawing/2012/chart" uri="{CE6537A1-D6FC-4f65-9D91-7224C49458BB}"/>
          </c:extLst>
        </c:dLbl>
      </c:pivotFmt>
      <c:pivotFmt>
        <c:idx val="5"/>
        <c:marker>
          <c:symbol val="none"/>
        </c:marker>
        <c:dLbl>
          <c:idx val="0"/>
          <c:spPr/>
          <c:txPr>
            <a:bodyPr/>
            <a:lstStyle/>
            <a:p>
              <a:pPr>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6"/>
        <c:dLbl>
          <c:idx val="0"/>
          <c:layout>
            <c:manualLayout>
              <c:x val="5.5546965943805279E-3"/>
              <c:y val="-0.27611944133463029"/>
            </c:manualLayout>
          </c:layout>
          <c:dLblPos val="ctr"/>
          <c:showLegendKey val="0"/>
          <c:showVal val="1"/>
          <c:showCatName val="0"/>
          <c:showSerName val="0"/>
          <c:showPercent val="0"/>
          <c:showBubbleSize val="0"/>
          <c:extLst>
            <c:ext xmlns:c15="http://schemas.microsoft.com/office/drawing/2012/chart" uri="{CE6537A1-D6FC-4f65-9D91-7224C49458BB}"/>
          </c:extLst>
        </c:dLbl>
      </c:pivotFmt>
      <c:pivotFmt>
        <c:idx val="7"/>
        <c:dLbl>
          <c:idx val="0"/>
          <c:layout>
            <c:manualLayout>
              <c:x val="5.5551339720651249E-3"/>
              <c:y val="-0.14464698001358123"/>
            </c:manualLayout>
          </c:layout>
          <c:dLblPos val="ctr"/>
          <c:showLegendKey val="0"/>
          <c:showVal val="1"/>
          <c:showCatName val="0"/>
          <c:showSerName val="0"/>
          <c:showPercent val="0"/>
          <c:showBubbleSize val="0"/>
          <c:extLst>
            <c:ext xmlns:c15="http://schemas.microsoft.com/office/drawing/2012/chart" uri="{CE6537A1-D6FC-4f65-9D91-7224C49458BB}"/>
          </c:extLst>
        </c:dLbl>
      </c:pivotFmt>
      <c:pivotFmt>
        <c:idx val="8"/>
        <c:dLbl>
          <c:idx val="0"/>
          <c:layout>
            <c:manualLayout>
              <c:x val="5.5555555555555558E-3"/>
              <c:y val="-0.33859725867599882"/>
            </c:manualLayout>
          </c:layout>
          <c:dLblPos val="ctr"/>
          <c:showLegendKey val="0"/>
          <c:showVal val="1"/>
          <c:showCatName val="0"/>
          <c:showSerName val="0"/>
          <c:showPercent val="0"/>
          <c:showBubbleSize val="0"/>
          <c:extLst>
            <c:ext xmlns:c15="http://schemas.microsoft.com/office/drawing/2012/chart" uri="{CE6537A1-D6FC-4f65-9D91-7224C49458BB}"/>
          </c:extLst>
        </c:dLbl>
      </c:pivotFmt>
      <c:pivotFmt>
        <c:idx val="9"/>
        <c:dLbl>
          <c:idx val="0"/>
          <c:layout>
            <c:manualLayout>
              <c:x val="0"/>
              <c:y val="-0.33234863361902839"/>
            </c:manualLayout>
          </c:layout>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solidFill>
            <a:srgbClr val="7DA0CA"/>
          </a:solidFill>
        </c:spPr>
        <c:marker>
          <c:symbol val="none"/>
        </c:marker>
        <c:dLbl>
          <c:idx val="0"/>
          <c:spPr>
            <a:noFill/>
            <a:ln>
              <a:noFill/>
            </a:ln>
            <a:effectLst/>
          </c:spPr>
          <c:txPr>
            <a:bodyPr wrap="square" lIns="38100" tIns="19050" rIns="38100" bIns="19050" anchor="ctr">
              <a:spAutoFit/>
            </a:bodyPr>
            <a:lstStyle/>
            <a:p>
              <a:pPr>
                <a:defRPr sz="8000" b="1"/>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1"/>
      </c:pivotFmt>
      <c:pivotFmt>
        <c:idx val="12"/>
      </c:pivotFmt>
      <c:pivotFmt>
        <c:idx val="13"/>
      </c:pivotFmt>
      <c:pivotFmt>
        <c:idx val="14"/>
      </c:pivotFmt>
      <c:pivotFmt>
        <c:idx val="15"/>
        <c:spPr>
          <a:solidFill>
            <a:srgbClr val="7DA0CA"/>
          </a:solidFill>
        </c:spPr>
        <c:marker>
          <c:symbol val="none"/>
        </c:marker>
        <c:dLbl>
          <c:idx val="0"/>
          <c:spPr>
            <a:noFill/>
            <a:ln>
              <a:noFill/>
            </a:ln>
            <a:effectLst/>
          </c:spPr>
          <c:txPr>
            <a:bodyPr wrap="square" lIns="38100" tIns="19050" rIns="38100" bIns="19050" anchor="ctr">
              <a:spAutoFit/>
            </a:bodyPr>
            <a:lstStyle/>
            <a:p>
              <a:pPr>
                <a:defRPr sz="8000" b="1"/>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6"/>
        <c:spPr>
          <a:solidFill>
            <a:srgbClr val="7DA0CA"/>
          </a:solidFill>
        </c:spPr>
        <c:marker>
          <c:symbol val="none"/>
        </c:marker>
        <c:dLbl>
          <c:idx val="0"/>
          <c:spPr>
            <a:noFill/>
            <a:ln>
              <a:noFill/>
            </a:ln>
            <a:effectLst/>
          </c:spPr>
          <c:txPr>
            <a:bodyPr wrap="square" lIns="38100" tIns="19050" rIns="38100" bIns="19050" anchor="ctr">
              <a:spAutoFit/>
            </a:bodyPr>
            <a:lstStyle/>
            <a:p>
              <a:pPr>
                <a:defRPr sz="1000" b="1"/>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rgbClr val="7DA0CA"/>
          </a:solidFill>
        </c:spPr>
        <c:marker>
          <c:symbol val="none"/>
        </c:marker>
        <c:dLbl>
          <c:idx val="0"/>
          <c:spPr>
            <a:noFill/>
            <a:ln>
              <a:noFill/>
            </a:ln>
            <a:effectLst/>
          </c:spPr>
          <c:txPr>
            <a:bodyPr wrap="square" lIns="38100" tIns="19050" rIns="38100" bIns="19050" anchor="ctr">
              <a:spAutoFit/>
            </a:bodyPr>
            <a:lstStyle/>
            <a:p>
              <a:pPr>
                <a:defRPr sz="1000" b="1"/>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8"/>
        <c:spPr>
          <a:solidFill>
            <a:srgbClr val="7DA0CA"/>
          </a:solidFill>
        </c:spPr>
        <c:marker>
          <c:symbol val="none"/>
        </c:marker>
        <c:dLbl>
          <c:idx val="0"/>
          <c:spPr>
            <a:noFill/>
            <a:ln>
              <a:noFill/>
            </a:ln>
            <a:effectLst/>
          </c:spPr>
          <c:txPr>
            <a:bodyPr wrap="square" lIns="38100" tIns="19050" rIns="38100" bIns="19050" anchor="ctr">
              <a:spAutoFit/>
            </a:bodyPr>
            <a:lstStyle/>
            <a:p>
              <a:pPr>
                <a:defRPr sz="1000" b="1"/>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1.8498702164089713E-2"/>
          <c:y val="0.14168312664690025"/>
          <c:w val="0.94197855681064679"/>
          <c:h val="0.69782586528577373"/>
        </c:manualLayout>
      </c:layout>
      <c:barChart>
        <c:barDir val="col"/>
        <c:grouping val="stacked"/>
        <c:varyColors val="0"/>
        <c:ser>
          <c:idx val="0"/>
          <c:order val="0"/>
          <c:tx>
            <c:strRef>
              <c:f>Analysis!$E$14</c:f>
              <c:strCache>
                <c:ptCount val="1"/>
                <c:pt idx="0">
                  <c:v>Total</c:v>
                </c:pt>
              </c:strCache>
            </c:strRef>
          </c:tx>
          <c:spPr>
            <a:solidFill>
              <a:srgbClr val="7DA0CA"/>
            </a:solidFill>
          </c:spPr>
          <c:invertIfNegative val="0"/>
          <c:dPt>
            <c:idx val="3"/>
            <c:invertIfNegative val="0"/>
            <c:bubble3D val="0"/>
            <c:extLst>
              <c:ext xmlns:c16="http://schemas.microsoft.com/office/drawing/2014/chart" uri="{C3380CC4-5D6E-409C-BE32-E72D297353CC}">
                <c16:uniqueId val="{00000000-FDF3-405E-B30C-AAA1E170FF02}"/>
              </c:ext>
            </c:extLst>
          </c:dPt>
          <c:dLbls>
            <c:spPr>
              <a:noFill/>
              <a:ln>
                <a:noFill/>
              </a:ln>
              <a:effectLst/>
            </c:spPr>
            <c:txPr>
              <a:bodyPr wrap="square" lIns="38100" tIns="19050" rIns="38100" bIns="19050" anchor="ctr">
                <a:spAutoFit/>
              </a:bodyPr>
              <a:lstStyle/>
              <a:p>
                <a:pPr>
                  <a:defRPr sz="1000" b="0"/>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Analysis!$D$15:$D$19</c:f>
              <c:strCache>
                <c:ptCount val="4"/>
                <c:pt idx="0">
                  <c:v>Observation</c:v>
                </c:pt>
                <c:pt idx="1">
                  <c:v>Medication</c:v>
                </c:pt>
                <c:pt idx="2">
                  <c:v>Therapy</c:v>
                </c:pt>
                <c:pt idx="3">
                  <c:v>Surgery</c:v>
                </c:pt>
              </c:strCache>
            </c:strRef>
          </c:cat>
          <c:val>
            <c:numRef>
              <c:f>Analysis!$E$15:$E$19</c:f>
              <c:numCache>
                <c:formatCode>[$$-409]#,##0</c:formatCode>
                <c:ptCount val="4"/>
                <c:pt idx="0">
                  <c:v>2923475.4100000011</c:v>
                </c:pt>
                <c:pt idx="1">
                  <c:v>3108475.6700000055</c:v>
                </c:pt>
                <c:pt idx="2">
                  <c:v>3197100.1099999971</c:v>
                </c:pt>
                <c:pt idx="3">
                  <c:v>3211739.7499999977</c:v>
                </c:pt>
              </c:numCache>
            </c:numRef>
          </c:val>
          <c:extLst>
            <c:ext xmlns:c16="http://schemas.microsoft.com/office/drawing/2014/chart" uri="{C3380CC4-5D6E-409C-BE32-E72D297353CC}">
              <c16:uniqueId val="{00000001-FDF3-405E-B30C-AAA1E170FF02}"/>
            </c:ext>
          </c:extLst>
        </c:ser>
        <c:dLbls>
          <c:dLblPos val="inEnd"/>
          <c:showLegendKey val="0"/>
          <c:showVal val="1"/>
          <c:showCatName val="0"/>
          <c:showSerName val="0"/>
          <c:showPercent val="0"/>
          <c:showBubbleSize val="0"/>
        </c:dLbls>
        <c:gapWidth val="30"/>
        <c:overlap val="100"/>
        <c:axId val="148105472"/>
        <c:axId val="148107264"/>
      </c:barChart>
      <c:catAx>
        <c:axId val="148105472"/>
        <c:scaling>
          <c:orientation val="minMax"/>
        </c:scaling>
        <c:delete val="0"/>
        <c:axPos val="b"/>
        <c:numFmt formatCode="General" sourceLinked="0"/>
        <c:majorTickMark val="none"/>
        <c:minorTickMark val="none"/>
        <c:tickLblPos val="nextTo"/>
        <c:txPr>
          <a:bodyPr/>
          <a:lstStyle/>
          <a:p>
            <a:pPr>
              <a:defRPr sz="1000" b="0">
                <a:solidFill>
                  <a:schemeClr val="tx1">
                    <a:lumMod val="95000"/>
                    <a:lumOff val="5000"/>
                  </a:schemeClr>
                </a:solidFill>
              </a:defRPr>
            </a:pPr>
            <a:endParaRPr lang="en-US"/>
          </a:p>
        </c:txPr>
        <c:crossAx val="148107264"/>
        <c:crosses val="autoZero"/>
        <c:auto val="1"/>
        <c:lblAlgn val="ctr"/>
        <c:lblOffset val="100"/>
        <c:noMultiLvlLbl val="0"/>
      </c:catAx>
      <c:valAx>
        <c:axId val="148107264"/>
        <c:scaling>
          <c:orientation val="minMax"/>
        </c:scaling>
        <c:delete val="1"/>
        <c:axPos val="l"/>
        <c:numFmt formatCode="[$$-409]#,##0" sourceLinked="1"/>
        <c:majorTickMark val="out"/>
        <c:minorTickMark val="none"/>
        <c:tickLblPos val="nextTo"/>
        <c:crossAx val="148105472"/>
        <c:crosses val="autoZero"/>
        <c:crossBetween val="between"/>
      </c:valAx>
      <c:spPr>
        <a:noFill/>
        <a:ln>
          <a:noFill/>
        </a:ln>
      </c:spPr>
    </c:plotArea>
    <c:plotVisOnly val="1"/>
    <c:dispBlanksAs val="gap"/>
    <c:showDLblsOverMax val="0"/>
  </c:chart>
  <c:spPr>
    <a:noFill/>
    <a:ln>
      <a:noFill/>
    </a:ln>
  </c:spPr>
  <c:externalData r:id="rId1">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[Mini Project_Group 2_06.10.2025 Work 2.xlsx]Analysis!Cost by Doctors</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HelveticaNeueLT Pro 45 Lt" panose="020B0403020202020204" pitchFamily="34" charset="0"/>
                <a:ea typeface="+mn-ea"/>
                <a:cs typeface="Arial" panose="020B0604020202020204" pitchFamily="34" charset="0"/>
              </a:defRPr>
            </a:pPr>
            <a:r>
              <a:rPr lang="en-US" sz="1800" b="1" i="0" baseline="0">
                <a:effectLst/>
              </a:rPr>
              <a:t>Total Cost by Doctors</a:t>
            </a:r>
            <a:endParaRPr lang="en-US">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HelveticaNeueLT Pro 45 Lt" panose="020B0403020202020204" pitchFamily="34" charset="0"/>
              <a:ea typeface="+mn-ea"/>
              <a:cs typeface="Arial" panose="020B0604020202020204" pitchFamily="34" charset="0"/>
            </a:defRPr>
          </a:pPr>
          <a:endParaRPr lang="en-US"/>
        </a:p>
      </c:txPr>
    </c:title>
    <c:autoTitleDeleted val="0"/>
    <c:pivotFmts>
      <c:pivotFmt>
        <c:idx val="0"/>
        <c:spPr>
          <a:solidFill>
            <a:srgbClr val="5999BF"/>
          </a:solidFill>
          <a:ln>
            <a:noFill/>
          </a:ln>
          <a:effectLst/>
        </c:spPr>
        <c:dLbl>
          <c:idx val="0"/>
          <c:spPr>
            <a:noFill/>
            <a:ln>
              <a:noFill/>
            </a:ln>
            <a:effectLst/>
          </c:spPr>
          <c:txPr>
            <a:bodyPr rot="0" spcFirstLastPara="1" vertOverflow="ellipsis" vert="horz" wrap="square" anchor="ctr" anchorCtr="1"/>
            <a:lstStyle/>
            <a:p>
              <a:pPr>
                <a:defRPr sz="800" b="0" i="0" u="none" strike="noStrike" kern="1200" baseline="0">
                  <a:solidFill>
                    <a:sysClr val="windowText" lastClr="000000"/>
                  </a:solidFill>
                  <a:latin typeface="HelveticaNeueLT Pro 85 Hv" panose="020B0804020202020204" pitchFamily="34" charset="0"/>
                  <a:ea typeface="+mn-ea"/>
                  <a:cs typeface="Arial" panose="020B0604020202020204" pitchFamily="34" charset="0"/>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solidFill>
            <a:srgbClr val="5999BF"/>
          </a:solidFill>
          <a:ln>
            <a:noFill/>
          </a:ln>
          <a:effectLst/>
        </c:spPr>
      </c:pivotFmt>
      <c:pivotFmt>
        <c:idx val="2"/>
        <c:spPr>
          <a:solidFill>
            <a:srgbClr val="5999BF"/>
          </a:solidFill>
          <a:ln>
            <a:noFill/>
          </a:ln>
          <a:effectLst/>
        </c:spPr>
      </c:pivotFmt>
      <c:pivotFmt>
        <c:idx val="3"/>
        <c:spPr>
          <a:solidFill>
            <a:srgbClr val="5999BF"/>
          </a:solidFill>
          <a:ln>
            <a:noFill/>
          </a:ln>
          <a:effectLst/>
        </c:spPr>
        <c:dLbl>
          <c:idx val="0"/>
          <c:spPr>
            <a:noFill/>
            <a:ln>
              <a:noFill/>
            </a:ln>
            <a:effectLst/>
          </c:spPr>
          <c:txPr>
            <a:bodyPr rot="0" spcFirstLastPara="1" vertOverflow="ellipsis" vert="horz" wrap="square" anchor="ctr" anchorCtr="1"/>
            <a:lstStyle/>
            <a:p>
              <a:pPr algn="ctr" rtl="0">
                <a:defRPr sz="800" b="0" i="0" u="none" strike="noStrike" kern="1200" baseline="0">
                  <a:solidFill>
                    <a:sysClr val="windowText" lastClr="000000"/>
                  </a:solidFill>
                  <a:latin typeface="HelveticaNeueLT Pro 85 Hv" panose="020B0804020202020204" pitchFamily="34" charset="0"/>
                  <a:ea typeface="+mn-ea"/>
                  <a:cs typeface="Arial" panose="020B0604020202020204" pitchFamily="34" charset="0"/>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4"/>
        <c:spPr>
          <a:solidFill>
            <a:srgbClr val="5999BF"/>
          </a:solidFill>
          <a:ln>
            <a:noFill/>
          </a:ln>
          <a:effectLst/>
        </c:spPr>
        <c:dLbl>
          <c:idx val="0"/>
          <c:spPr>
            <a:noFill/>
            <a:ln>
              <a:noFill/>
            </a:ln>
            <a:effectLst/>
          </c:spPr>
          <c:txPr>
            <a:bodyPr rot="0" spcFirstLastPara="1" vertOverflow="ellipsis" vert="horz" wrap="square" anchor="ctr" anchorCtr="1"/>
            <a:lstStyle/>
            <a:p>
              <a:pPr>
                <a:defRPr sz="800" b="0" i="0" u="none" strike="noStrike" kern="1200" baseline="0">
                  <a:solidFill>
                    <a:sysClr val="windowText" lastClr="000000"/>
                  </a:solidFill>
                  <a:latin typeface="HelveticaNeueLT Pro 85 Hv" panose="020B0804020202020204" pitchFamily="34" charset="0"/>
                  <a:ea typeface="+mn-ea"/>
                  <a:cs typeface="Arial" panose="020B0604020202020204" pitchFamily="34" charset="0"/>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5"/>
        <c:spPr>
          <a:solidFill>
            <a:srgbClr val="5999BF"/>
          </a:solidFill>
          <a:ln>
            <a:noFill/>
          </a:ln>
          <a:effectLst/>
        </c:spPr>
      </c:pivotFmt>
      <c:pivotFmt>
        <c:idx val="6"/>
        <c:spPr>
          <a:solidFill>
            <a:srgbClr val="5999BF"/>
          </a:solidFill>
          <a:ln>
            <a:noFill/>
          </a:ln>
          <a:effectLst/>
        </c:spPr>
      </c:pivotFmt>
      <c:pivotFmt>
        <c:idx val="7"/>
        <c:spPr>
          <a:solidFill>
            <a:srgbClr val="5999BF"/>
          </a:solidFill>
          <a:ln>
            <a:noFill/>
          </a:ln>
          <a:effectLst/>
        </c:spPr>
        <c:dLbl>
          <c:idx val="0"/>
          <c:spPr>
            <a:noFill/>
            <a:ln>
              <a:noFill/>
            </a:ln>
            <a:effectLst/>
          </c:spPr>
          <c:txPr>
            <a:bodyPr rot="0" spcFirstLastPara="1" vertOverflow="ellipsis" vert="horz" wrap="square" anchor="ctr" anchorCtr="1"/>
            <a:lstStyle/>
            <a:p>
              <a:pPr algn="ctr" rtl="0">
                <a:defRPr sz="800" b="0" i="0" u="none" strike="noStrike" kern="1200" baseline="0">
                  <a:solidFill>
                    <a:sysClr val="windowText" lastClr="000000"/>
                  </a:solidFill>
                  <a:latin typeface="HelveticaNeueLT Pro 85 Hv" panose="020B0804020202020204" pitchFamily="34" charset="0"/>
                  <a:ea typeface="+mn-ea"/>
                  <a:cs typeface="Arial" panose="020B0604020202020204" pitchFamily="34" charset="0"/>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8"/>
        <c:spPr>
          <a:solidFill>
            <a:srgbClr val="5999BF"/>
          </a:solidFill>
          <a:ln>
            <a:noFill/>
          </a:ln>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Arial" panose="020B060402020202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rgbClr val="5999BF"/>
          </a:solidFill>
          <a:ln>
            <a:noFill/>
          </a:ln>
          <a:effectLst/>
        </c:spPr>
      </c:pivotFmt>
      <c:pivotFmt>
        <c:idx val="10"/>
        <c:spPr>
          <a:solidFill>
            <a:srgbClr val="5999BF"/>
          </a:solidFill>
          <a:ln>
            <a:noFill/>
          </a:ln>
          <a:effectLst/>
        </c:spPr>
      </c:pivotFmt>
      <c:pivotFmt>
        <c:idx val="11"/>
        <c:spPr>
          <a:solidFill>
            <a:srgbClr val="5999BF"/>
          </a:solidFill>
          <a:ln>
            <a:noFill/>
          </a:ln>
          <a:effectLst/>
        </c:spPr>
      </c:pivotFmt>
      <c:pivotFmt>
        <c:idx val="12"/>
        <c:spPr>
          <a:solidFill>
            <a:srgbClr val="5999BF"/>
          </a:solidFill>
          <a:ln>
            <a:noFill/>
          </a:ln>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Arial" panose="020B0604020202020204" pitchFamily="34" charset="0"/>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rgbClr val="5999BF"/>
          </a:solidFill>
          <a:ln>
            <a:noFill/>
          </a:ln>
          <a:effectLst/>
        </c:spPr>
      </c:pivotFmt>
      <c:pivotFmt>
        <c:idx val="14"/>
        <c:spPr>
          <a:solidFill>
            <a:srgbClr val="5999BF"/>
          </a:solidFill>
          <a:ln>
            <a:noFill/>
          </a:ln>
          <a:effectLst/>
        </c:spPr>
      </c:pivotFmt>
      <c:pivotFmt>
        <c:idx val="15"/>
        <c:spPr>
          <a:solidFill>
            <a:srgbClr val="5999BF"/>
          </a:solidFill>
          <a:ln>
            <a:noFill/>
          </a:ln>
          <a:effectLst/>
        </c:spPr>
      </c:pivotFmt>
      <c:pivotFmt>
        <c:idx val="16"/>
        <c:spPr>
          <a:solidFill>
            <a:srgbClr val="5999BF"/>
          </a:solidFill>
          <a:ln>
            <a:noFill/>
          </a:ln>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Arial" panose="020B0604020202020204" pitchFamily="34" charset="0"/>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rgbClr val="5999BF"/>
          </a:solidFill>
          <a:ln>
            <a:noFill/>
          </a:ln>
          <a:effectLst/>
        </c:spPr>
      </c:pivotFmt>
      <c:pivotFmt>
        <c:idx val="18"/>
        <c:spPr>
          <a:solidFill>
            <a:srgbClr val="5999BF"/>
          </a:solidFill>
          <a:ln>
            <a:noFill/>
          </a:ln>
          <a:effectLst/>
        </c:spPr>
      </c:pivotFmt>
      <c:pivotFmt>
        <c:idx val="19"/>
        <c:spPr>
          <a:solidFill>
            <a:srgbClr val="5999BF"/>
          </a:solidFill>
          <a:ln>
            <a:noFill/>
          </a:ln>
          <a:effectLst/>
        </c:spPr>
      </c:pivotFmt>
      <c:pivotFmt>
        <c:idx val="20"/>
        <c:spPr>
          <a:solidFill>
            <a:srgbClr val="7DA0CA"/>
          </a:solidFill>
          <a:ln>
            <a:noFill/>
          </a:ln>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Arial" panose="020B0604020202020204" pitchFamily="34" charset="0"/>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1"/>
        <c:spPr>
          <a:solidFill>
            <a:srgbClr val="7DA0CA"/>
          </a:solidFill>
          <a:ln>
            <a:noFill/>
          </a:ln>
          <a:effectLst/>
        </c:spPr>
      </c:pivotFmt>
      <c:pivotFmt>
        <c:idx val="22"/>
        <c:spPr>
          <a:solidFill>
            <a:srgbClr val="7DA0CA"/>
          </a:solidFill>
          <a:ln>
            <a:noFill/>
          </a:ln>
          <a:effectLst/>
        </c:spPr>
      </c:pivotFmt>
      <c:pivotFmt>
        <c:idx val="23"/>
        <c:spPr>
          <a:solidFill>
            <a:srgbClr val="7DA0CA"/>
          </a:solidFill>
          <a:ln>
            <a:noFill/>
          </a:ln>
          <a:effectLst/>
        </c:spPr>
      </c:pivotFmt>
      <c:pivotFmt>
        <c:idx val="24"/>
        <c:spPr>
          <a:solidFill>
            <a:srgbClr val="7DA0CA"/>
          </a:solidFill>
          <a:ln>
            <a:noFill/>
          </a:ln>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Arial" panose="020B0604020202020204" pitchFamily="34" charset="0"/>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5"/>
        <c:spPr>
          <a:solidFill>
            <a:srgbClr val="7DA0CA"/>
          </a:solidFill>
          <a:ln>
            <a:noFill/>
          </a:ln>
          <a:effectLst/>
        </c:spPr>
      </c:pivotFmt>
      <c:pivotFmt>
        <c:idx val="26"/>
        <c:spPr>
          <a:solidFill>
            <a:srgbClr val="7DA0CA"/>
          </a:solidFill>
          <a:ln>
            <a:noFill/>
          </a:ln>
          <a:effectLst/>
        </c:spPr>
      </c:pivotFmt>
      <c:pivotFmt>
        <c:idx val="27"/>
        <c:spPr>
          <a:solidFill>
            <a:srgbClr val="7DA0CA"/>
          </a:solidFill>
          <a:ln>
            <a:noFill/>
          </a:ln>
          <a:effectLst/>
        </c:spPr>
      </c:pivotFmt>
      <c:pivotFmt>
        <c:idx val="28"/>
        <c:spPr>
          <a:solidFill>
            <a:srgbClr val="7DA0CA"/>
          </a:solidFill>
          <a:ln>
            <a:noFill/>
          </a:ln>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Arial" panose="020B0604020202020204" pitchFamily="34" charset="0"/>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9"/>
        <c:spPr>
          <a:solidFill>
            <a:srgbClr val="7DA0CA"/>
          </a:solidFill>
          <a:ln>
            <a:noFill/>
          </a:ln>
          <a:effectLst/>
        </c:spPr>
      </c:pivotFmt>
      <c:pivotFmt>
        <c:idx val="30"/>
        <c:spPr>
          <a:solidFill>
            <a:srgbClr val="7DA0CA"/>
          </a:solidFill>
          <a:ln>
            <a:noFill/>
          </a:ln>
          <a:effectLst/>
        </c:spPr>
      </c:pivotFmt>
      <c:pivotFmt>
        <c:idx val="31"/>
        <c:spPr>
          <a:solidFill>
            <a:srgbClr val="7DA0CA"/>
          </a:solidFill>
          <a:ln>
            <a:noFill/>
          </a:ln>
          <a:effectLst/>
        </c:spPr>
      </c:pivotFmt>
    </c:pivotFmts>
    <c:plotArea>
      <c:layout>
        <c:manualLayout>
          <c:layoutTarget val="inner"/>
          <c:xMode val="edge"/>
          <c:yMode val="edge"/>
          <c:x val="0.21192842039720322"/>
          <c:y val="0.13046985999980631"/>
          <c:w val="0.72093965371767932"/>
          <c:h val="0.83902606275221969"/>
        </c:manualLayout>
      </c:layout>
      <c:barChart>
        <c:barDir val="bar"/>
        <c:grouping val="clustered"/>
        <c:varyColors val="0"/>
        <c:ser>
          <c:idx val="0"/>
          <c:order val="0"/>
          <c:tx>
            <c:strRef>
              <c:f>Analysis!$F$22</c:f>
              <c:strCache>
                <c:ptCount val="1"/>
                <c:pt idx="0">
                  <c:v>Total</c:v>
                </c:pt>
              </c:strCache>
            </c:strRef>
          </c:tx>
          <c:spPr>
            <a:solidFill>
              <a:srgbClr val="7DA0CA"/>
            </a:solidFill>
            <a:ln>
              <a:noFill/>
            </a:ln>
            <a:effectLst/>
          </c:spPr>
          <c:invertIfNegative val="0"/>
          <c:dPt>
            <c:idx val="0"/>
            <c:invertIfNegative val="0"/>
            <c:bubble3D val="0"/>
            <c:spPr>
              <a:solidFill>
                <a:srgbClr val="7DA0CA"/>
              </a:solidFill>
              <a:ln>
                <a:noFill/>
              </a:ln>
              <a:effectLst/>
            </c:spPr>
            <c:extLst>
              <c:ext xmlns:c16="http://schemas.microsoft.com/office/drawing/2014/chart" uri="{C3380CC4-5D6E-409C-BE32-E72D297353CC}">
                <c16:uniqueId val="{00000001-8826-4BA3-B8E7-3176C5956379}"/>
              </c:ext>
            </c:extLst>
          </c:dPt>
          <c:dPt>
            <c:idx val="1"/>
            <c:invertIfNegative val="0"/>
            <c:bubble3D val="0"/>
            <c:spPr>
              <a:solidFill>
                <a:srgbClr val="7DA0CA"/>
              </a:solidFill>
              <a:ln>
                <a:noFill/>
              </a:ln>
              <a:effectLst/>
            </c:spPr>
            <c:extLst>
              <c:ext xmlns:c16="http://schemas.microsoft.com/office/drawing/2014/chart" uri="{C3380CC4-5D6E-409C-BE32-E72D297353CC}">
                <c16:uniqueId val="{00000003-8826-4BA3-B8E7-3176C5956379}"/>
              </c:ext>
            </c:extLst>
          </c:dPt>
          <c:dPt>
            <c:idx val="2"/>
            <c:invertIfNegative val="0"/>
            <c:bubble3D val="0"/>
            <c:spPr>
              <a:solidFill>
                <a:srgbClr val="7DA0CA"/>
              </a:solidFill>
              <a:ln>
                <a:noFill/>
              </a:ln>
              <a:effectLst/>
            </c:spPr>
            <c:extLst>
              <c:ext xmlns:c16="http://schemas.microsoft.com/office/drawing/2014/chart" uri="{C3380CC4-5D6E-409C-BE32-E72D297353CC}">
                <c16:uniqueId val="{00000005-8826-4BA3-B8E7-3176C5956379}"/>
              </c:ext>
            </c:extLst>
          </c:dPt>
          <c:dPt>
            <c:idx val="3"/>
            <c:invertIfNegative val="0"/>
            <c:bubble3D val="0"/>
            <c:extLst>
              <c:ext xmlns:c16="http://schemas.microsoft.com/office/drawing/2014/chart" uri="{C3380CC4-5D6E-409C-BE32-E72D297353CC}">
                <c16:uniqueId val="{00000006-8826-4BA3-B8E7-3176C5956379}"/>
              </c:ext>
            </c:extLst>
          </c:dPt>
          <c:dLbls>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Arial" panose="020B0604020202020204" pitchFamily="34" charset="0"/>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Analysis!$E$23:$E$29</c:f>
              <c:strCache>
                <c:ptCount val="6"/>
                <c:pt idx="0">
                  <c:v>Unassigned</c:v>
                </c:pt>
                <c:pt idx="1">
                  <c:v>Dr. John</c:v>
                </c:pt>
                <c:pt idx="2">
                  <c:v>Dr. Smith</c:v>
                </c:pt>
                <c:pt idx="3">
                  <c:v>Dr. Patel</c:v>
                </c:pt>
                <c:pt idx="4">
                  <c:v>Dr. Lee</c:v>
                </c:pt>
                <c:pt idx="5">
                  <c:v>Dr. Wong</c:v>
                </c:pt>
              </c:strCache>
            </c:strRef>
          </c:cat>
          <c:val>
            <c:numRef>
              <c:f>Analysis!$F$23:$F$29</c:f>
              <c:numCache>
                <c:formatCode>[$$-409]#,##0</c:formatCode>
                <c:ptCount val="6"/>
                <c:pt idx="0">
                  <c:v>393307.97000000015</c:v>
                </c:pt>
                <c:pt idx="1">
                  <c:v>2318307.1800000034</c:v>
                </c:pt>
                <c:pt idx="2">
                  <c:v>2327614.5899999994</c:v>
                </c:pt>
                <c:pt idx="3">
                  <c:v>2435514.4299999997</c:v>
                </c:pt>
                <c:pt idx="4">
                  <c:v>2473815.4499999993</c:v>
                </c:pt>
                <c:pt idx="5">
                  <c:v>2492231.3200000003</c:v>
                </c:pt>
              </c:numCache>
            </c:numRef>
          </c:val>
          <c:extLst>
            <c:ext xmlns:c16="http://schemas.microsoft.com/office/drawing/2014/chart" uri="{C3380CC4-5D6E-409C-BE32-E72D297353CC}">
              <c16:uniqueId val="{00000007-8826-4BA3-B8E7-3176C5956379}"/>
            </c:ext>
          </c:extLst>
        </c:ser>
        <c:dLbls>
          <c:dLblPos val="inEnd"/>
          <c:showLegendKey val="0"/>
          <c:showVal val="1"/>
          <c:showCatName val="0"/>
          <c:showSerName val="0"/>
          <c:showPercent val="0"/>
          <c:showBubbleSize val="0"/>
        </c:dLbls>
        <c:gapWidth val="15"/>
        <c:axId val="1007201560"/>
        <c:axId val="1007200904"/>
      </c:barChart>
      <c:catAx>
        <c:axId val="1007201560"/>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0"/>
          <a:lstStyle/>
          <a:p>
            <a:pPr>
              <a:defRPr sz="1400" b="1" i="0" u="none" strike="noStrike" kern="1200" baseline="0">
                <a:solidFill>
                  <a:sysClr val="windowText" lastClr="000000"/>
                </a:solidFill>
                <a:latin typeface="+mn-lt"/>
                <a:ea typeface="+mn-ea"/>
                <a:cs typeface="Arial" panose="020B0604020202020204" pitchFamily="34" charset="0"/>
              </a:defRPr>
            </a:pPr>
            <a:endParaRPr lang="en-US"/>
          </a:p>
        </c:txPr>
        <c:crossAx val="1007200904"/>
        <c:crosses val="autoZero"/>
        <c:auto val="1"/>
        <c:lblAlgn val="l"/>
        <c:lblOffset val="100"/>
        <c:noMultiLvlLbl val="0"/>
      </c:catAx>
      <c:valAx>
        <c:axId val="1007200904"/>
        <c:scaling>
          <c:orientation val="minMax"/>
        </c:scaling>
        <c:delete val="1"/>
        <c:axPos val="b"/>
        <c:majorGridlines>
          <c:spPr>
            <a:ln w="9525" cap="flat" cmpd="sng" algn="ctr">
              <a:noFill/>
              <a:round/>
            </a:ln>
            <a:effectLst/>
          </c:spPr>
        </c:majorGridlines>
        <c:numFmt formatCode="[$$-409]#,##0" sourceLinked="1"/>
        <c:majorTickMark val="none"/>
        <c:minorTickMark val="none"/>
        <c:tickLblPos val="nextTo"/>
        <c:crossAx val="1007201560"/>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a:latin typeface="HelveticaNeueLT Pro 45 Lt" panose="020B0403020202020204" pitchFamily="34" charset="0"/>
          <a:cs typeface="Arial" panose="020B0604020202020204" pitchFamily="34" charset="0"/>
        </a:defRPr>
      </a:pPr>
      <a:endParaRPr lang="en-US"/>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[Mini Project_Group 2_06.10.2025 Work 2.xlsx]Analysis!Cost by Doctors</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HelveticaNeueLT Pro 45 Lt" panose="020B0403020202020204" pitchFamily="34" charset="0"/>
                <a:ea typeface="+mn-ea"/>
                <a:cs typeface="Arial" panose="020B0604020202020204" pitchFamily="34" charset="0"/>
              </a:defRPr>
            </a:pPr>
            <a:r>
              <a:rPr lang="en-US" sz="1800" b="1" i="0" baseline="0">
                <a:effectLst/>
              </a:rPr>
              <a:t>Total Cost by Doctors</a:t>
            </a:r>
            <a:endParaRPr lang="en-US">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HelveticaNeueLT Pro 45 Lt" panose="020B0403020202020204" pitchFamily="34" charset="0"/>
              <a:ea typeface="+mn-ea"/>
              <a:cs typeface="Arial" panose="020B0604020202020204" pitchFamily="34" charset="0"/>
            </a:defRPr>
          </a:pPr>
          <a:endParaRPr lang="en-US"/>
        </a:p>
      </c:txPr>
    </c:title>
    <c:autoTitleDeleted val="0"/>
    <c:pivotFmts>
      <c:pivotFmt>
        <c:idx val="0"/>
        <c:spPr>
          <a:solidFill>
            <a:srgbClr val="5999BF"/>
          </a:solidFill>
          <a:ln>
            <a:noFill/>
          </a:ln>
          <a:effectLst/>
        </c:spPr>
        <c:dLbl>
          <c:idx val="0"/>
          <c:spPr>
            <a:noFill/>
            <a:ln>
              <a:noFill/>
            </a:ln>
            <a:effectLst/>
          </c:spPr>
          <c:txPr>
            <a:bodyPr rot="0" spcFirstLastPara="1" vertOverflow="ellipsis" vert="horz" wrap="square" anchor="ctr" anchorCtr="1"/>
            <a:lstStyle/>
            <a:p>
              <a:pPr>
                <a:defRPr sz="800" b="0" i="0" u="none" strike="noStrike" kern="1200" baseline="0">
                  <a:solidFill>
                    <a:sysClr val="windowText" lastClr="000000"/>
                  </a:solidFill>
                  <a:latin typeface="HelveticaNeueLT Pro 85 Hv" panose="020B0804020202020204" pitchFamily="34" charset="0"/>
                  <a:ea typeface="+mn-ea"/>
                  <a:cs typeface="Arial" panose="020B0604020202020204" pitchFamily="34" charset="0"/>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solidFill>
            <a:srgbClr val="5999BF"/>
          </a:solidFill>
          <a:ln>
            <a:noFill/>
          </a:ln>
          <a:effectLst/>
        </c:spPr>
      </c:pivotFmt>
      <c:pivotFmt>
        <c:idx val="2"/>
        <c:spPr>
          <a:solidFill>
            <a:srgbClr val="5999BF"/>
          </a:solidFill>
          <a:ln>
            <a:noFill/>
          </a:ln>
          <a:effectLst/>
        </c:spPr>
      </c:pivotFmt>
      <c:pivotFmt>
        <c:idx val="3"/>
        <c:spPr>
          <a:solidFill>
            <a:srgbClr val="5999BF"/>
          </a:solidFill>
          <a:ln>
            <a:noFill/>
          </a:ln>
          <a:effectLst/>
        </c:spPr>
        <c:dLbl>
          <c:idx val="0"/>
          <c:spPr>
            <a:noFill/>
            <a:ln>
              <a:noFill/>
            </a:ln>
            <a:effectLst/>
          </c:spPr>
          <c:txPr>
            <a:bodyPr rot="0" spcFirstLastPara="1" vertOverflow="ellipsis" vert="horz" wrap="square" anchor="ctr" anchorCtr="1"/>
            <a:lstStyle/>
            <a:p>
              <a:pPr algn="ctr" rtl="0">
                <a:defRPr sz="800" b="0" i="0" u="none" strike="noStrike" kern="1200" baseline="0">
                  <a:solidFill>
                    <a:sysClr val="windowText" lastClr="000000"/>
                  </a:solidFill>
                  <a:latin typeface="HelveticaNeueLT Pro 85 Hv" panose="020B0804020202020204" pitchFamily="34" charset="0"/>
                  <a:ea typeface="+mn-ea"/>
                  <a:cs typeface="Arial" panose="020B0604020202020204" pitchFamily="34" charset="0"/>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4"/>
        <c:spPr>
          <a:solidFill>
            <a:srgbClr val="5999BF"/>
          </a:solidFill>
          <a:ln>
            <a:noFill/>
          </a:ln>
          <a:effectLst/>
        </c:spPr>
        <c:dLbl>
          <c:idx val="0"/>
          <c:spPr>
            <a:noFill/>
            <a:ln>
              <a:noFill/>
            </a:ln>
            <a:effectLst/>
          </c:spPr>
          <c:txPr>
            <a:bodyPr rot="0" spcFirstLastPara="1" vertOverflow="ellipsis" vert="horz" wrap="square" anchor="ctr" anchorCtr="1"/>
            <a:lstStyle/>
            <a:p>
              <a:pPr>
                <a:defRPr sz="800" b="0" i="0" u="none" strike="noStrike" kern="1200" baseline="0">
                  <a:solidFill>
                    <a:sysClr val="windowText" lastClr="000000"/>
                  </a:solidFill>
                  <a:latin typeface="HelveticaNeueLT Pro 85 Hv" panose="020B0804020202020204" pitchFamily="34" charset="0"/>
                  <a:ea typeface="+mn-ea"/>
                  <a:cs typeface="Arial" panose="020B0604020202020204" pitchFamily="34" charset="0"/>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5"/>
        <c:spPr>
          <a:solidFill>
            <a:srgbClr val="5999BF"/>
          </a:solidFill>
          <a:ln>
            <a:noFill/>
          </a:ln>
          <a:effectLst/>
        </c:spPr>
      </c:pivotFmt>
      <c:pivotFmt>
        <c:idx val="6"/>
        <c:spPr>
          <a:solidFill>
            <a:srgbClr val="5999BF"/>
          </a:solidFill>
          <a:ln>
            <a:noFill/>
          </a:ln>
          <a:effectLst/>
        </c:spPr>
      </c:pivotFmt>
      <c:pivotFmt>
        <c:idx val="7"/>
        <c:spPr>
          <a:solidFill>
            <a:srgbClr val="5999BF"/>
          </a:solidFill>
          <a:ln>
            <a:noFill/>
          </a:ln>
          <a:effectLst/>
        </c:spPr>
        <c:dLbl>
          <c:idx val="0"/>
          <c:spPr>
            <a:noFill/>
            <a:ln>
              <a:noFill/>
            </a:ln>
            <a:effectLst/>
          </c:spPr>
          <c:txPr>
            <a:bodyPr rot="0" spcFirstLastPara="1" vertOverflow="ellipsis" vert="horz" wrap="square" anchor="ctr" anchorCtr="1"/>
            <a:lstStyle/>
            <a:p>
              <a:pPr algn="ctr" rtl="0">
                <a:defRPr sz="800" b="0" i="0" u="none" strike="noStrike" kern="1200" baseline="0">
                  <a:solidFill>
                    <a:sysClr val="windowText" lastClr="000000"/>
                  </a:solidFill>
                  <a:latin typeface="HelveticaNeueLT Pro 85 Hv" panose="020B0804020202020204" pitchFamily="34" charset="0"/>
                  <a:ea typeface="+mn-ea"/>
                  <a:cs typeface="Arial" panose="020B0604020202020204" pitchFamily="34" charset="0"/>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8"/>
        <c:spPr>
          <a:solidFill>
            <a:srgbClr val="5999BF"/>
          </a:solidFill>
          <a:ln>
            <a:noFill/>
          </a:ln>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Arial" panose="020B060402020202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rgbClr val="5999BF"/>
          </a:solidFill>
          <a:ln>
            <a:noFill/>
          </a:ln>
          <a:effectLst/>
        </c:spPr>
      </c:pivotFmt>
      <c:pivotFmt>
        <c:idx val="10"/>
        <c:spPr>
          <a:solidFill>
            <a:srgbClr val="5999BF"/>
          </a:solidFill>
          <a:ln>
            <a:noFill/>
          </a:ln>
          <a:effectLst/>
        </c:spPr>
      </c:pivotFmt>
      <c:pivotFmt>
        <c:idx val="11"/>
        <c:spPr>
          <a:solidFill>
            <a:srgbClr val="5999BF"/>
          </a:solidFill>
          <a:ln>
            <a:noFill/>
          </a:ln>
          <a:effectLst/>
        </c:spPr>
      </c:pivotFmt>
      <c:pivotFmt>
        <c:idx val="12"/>
        <c:spPr>
          <a:solidFill>
            <a:srgbClr val="5999BF"/>
          </a:solidFill>
          <a:ln>
            <a:noFill/>
          </a:ln>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Arial" panose="020B0604020202020204" pitchFamily="34" charset="0"/>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rgbClr val="5999BF"/>
          </a:solidFill>
          <a:ln>
            <a:noFill/>
          </a:ln>
          <a:effectLst/>
        </c:spPr>
      </c:pivotFmt>
      <c:pivotFmt>
        <c:idx val="14"/>
        <c:spPr>
          <a:solidFill>
            <a:srgbClr val="5999BF"/>
          </a:solidFill>
          <a:ln>
            <a:noFill/>
          </a:ln>
          <a:effectLst/>
        </c:spPr>
      </c:pivotFmt>
      <c:pivotFmt>
        <c:idx val="15"/>
        <c:spPr>
          <a:solidFill>
            <a:srgbClr val="5999BF"/>
          </a:solidFill>
          <a:ln>
            <a:noFill/>
          </a:ln>
          <a:effectLst/>
        </c:spPr>
      </c:pivotFmt>
      <c:pivotFmt>
        <c:idx val="16"/>
        <c:spPr>
          <a:solidFill>
            <a:srgbClr val="5999BF"/>
          </a:solidFill>
          <a:ln>
            <a:noFill/>
          </a:ln>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Arial" panose="020B0604020202020204" pitchFamily="34" charset="0"/>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rgbClr val="5999BF"/>
          </a:solidFill>
          <a:ln>
            <a:noFill/>
          </a:ln>
          <a:effectLst/>
        </c:spPr>
      </c:pivotFmt>
      <c:pivotFmt>
        <c:idx val="18"/>
        <c:spPr>
          <a:solidFill>
            <a:srgbClr val="5999BF"/>
          </a:solidFill>
          <a:ln>
            <a:noFill/>
          </a:ln>
          <a:effectLst/>
        </c:spPr>
      </c:pivotFmt>
      <c:pivotFmt>
        <c:idx val="19"/>
        <c:spPr>
          <a:solidFill>
            <a:srgbClr val="5999BF"/>
          </a:solidFill>
          <a:ln>
            <a:noFill/>
          </a:ln>
          <a:effectLst/>
        </c:spPr>
      </c:pivotFmt>
      <c:pivotFmt>
        <c:idx val="20"/>
        <c:spPr>
          <a:solidFill>
            <a:srgbClr val="7DA0CA"/>
          </a:solidFill>
          <a:ln>
            <a:noFill/>
          </a:ln>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Arial" panose="020B0604020202020204" pitchFamily="34" charset="0"/>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1"/>
        <c:spPr>
          <a:solidFill>
            <a:srgbClr val="7DA0CA"/>
          </a:solidFill>
          <a:ln>
            <a:noFill/>
          </a:ln>
          <a:effectLst/>
        </c:spPr>
      </c:pivotFmt>
      <c:pivotFmt>
        <c:idx val="22"/>
        <c:spPr>
          <a:solidFill>
            <a:srgbClr val="7DA0CA"/>
          </a:solidFill>
          <a:ln>
            <a:noFill/>
          </a:ln>
          <a:effectLst/>
        </c:spPr>
      </c:pivotFmt>
      <c:pivotFmt>
        <c:idx val="23"/>
        <c:spPr>
          <a:solidFill>
            <a:srgbClr val="7DA0CA"/>
          </a:solidFill>
          <a:ln>
            <a:noFill/>
          </a:ln>
          <a:effectLst/>
        </c:spPr>
      </c:pivotFmt>
      <c:pivotFmt>
        <c:idx val="24"/>
        <c:spPr>
          <a:solidFill>
            <a:srgbClr val="7DA0CA"/>
          </a:solidFill>
          <a:ln>
            <a:noFill/>
          </a:ln>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Arial" panose="020B0604020202020204" pitchFamily="34" charset="0"/>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5"/>
        <c:spPr>
          <a:solidFill>
            <a:srgbClr val="7DA0CA"/>
          </a:solidFill>
          <a:ln>
            <a:noFill/>
          </a:ln>
          <a:effectLst/>
        </c:spPr>
      </c:pivotFmt>
      <c:pivotFmt>
        <c:idx val="26"/>
        <c:spPr>
          <a:solidFill>
            <a:srgbClr val="7DA0CA"/>
          </a:solidFill>
          <a:ln>
            <a:noFill/>
          </a:ln>
          <a:effectLst/>
        </c:spPr>
      </c:pivotFmt>
      <c:pivotFmt>
        <c:idx val="27"/>
        <c:spPr>
          <a:solidFill>
            <a:srgbClr val="7DA0CA"/>
          </a:solidFill>
          <a:ln>
            <a:noFill/>
          </a:ln>
          <a:effectLst/>
        </c:spPr>
      </c:pivotFmt>
      <c:pivotFmt>
        <c:idx val="28"/>
        <c:spPr>
          <a:solidFill>
            <a:srgbClr val="7DA0CA"/>
          </a:solidFill>
          <a:ln>
            <a:noFill/>
          </a:ln>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Arial" panose="020B0604020202020204" pitchFamily="34" charset="0"/>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9"/>
        <c:spPr>
          <a:solidFill>
            <a:srgbClr val="7DA0CA"/>
          </a:solidFill>
          <a:ln>
            <a:noFill/>
          </a:ln>
          <a:effectLst/>
        </c:spPr>
      </c:pivotFmt>
      <c:pivotFmt>
        <c:idx val="30"/>
        <c:spPr>
          <a:solidFill>
            <a:srgbClr val="7DA0CA"/>
          </a:solidFill>
          <a:ln>
            <a:noFill/>
          </a:ln>
          <a:effectLst/>
        </c:spPr>
      </c:pivotFmt>
      <c:pivotFmt>
        <c:idx val="31"/>
        <c:spPr>
          <a:solidFill>
            <a:srgbClr val="7DA0CA"/>
          </a:solidFill>
          <a:ln>
            <a:noFill/>
          </a:ln>
          <a:effectLst/>
        </c:spPr>
      </c:pivotFmt>
    </c:pivotFmts>
    <c:plotArea>
      <c:layout>
        <c:manualLayout>
          <c:layoutTarget val="inner"/>
          <c:xMode val="edge"/>
          <c:yMode val="edge"/>
          <c:x val="0.26233650863572122"/>
          <c:y val="0.12707343490375006"/>
          <c:w val="0.63223457205445632"/>
          <c:h val="0.80681491788453319"/>
        </c:manualLayout>
      </c:layout>
      <c:barChart>
        <c:barDir val="bar"/>
        <c:grouping val="clustered"/>
        <c:varyColors val="0"/>
        <c:dLbls>
          <c:dLblPos val="inEnd"/>
          <c:showLegendKey val="0"/>
          <c:showVal val="1"/>
          <c:showCatName val="0"/>
          <c:showSerName val="0"/>
          <c:showPercent val="0"/>
          <c:showBubbleSize val="0"/>
        </c:dLbls>
        <c:gapWidth val="15"/>
        <c:axId val="1007201560"/>
        <c:axId val="1007200904"/>
      </c:barChart>
      <c:catAx>
        <c:axId val="1007201560"/>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0"/>
          <a:lstStyle/>
          <a:p>
            <a:pPr>
              <a:defRPr sz="1400" b="1" i="0" u="none" strike="noStrike" kern="1200" baseline="0">
                <a:solidFill>
                  <a:sysClr val="windowText" lastClr="000000"/>
                </a:solidFill>
                <a:latin typeface="+mn-lt"/>
                <a:ea typeface="+mn-ea"/>
                <a:cs typeface="Arial" panose="020B0604020202020204" pitchFamily="34" charset="0"/>
              </a:defRPr>
            </a:pPr>
            <a:endParaRPr lang="en-US"/>
          </a:p>
        </c:txPr>
        <c:crossAx val="1007200904"/>
        <c:crosses val="autoZero"/>
        <c:auto val="1"/>
        <c:lblAlgn val="l"/>
        <c:lblOffset val="100"/>
        <c:noMultiLvlLbl val="0"/>
      </c:catAx>
      <c:valAx>
        <c:axId val="1007200904"/>
        <c:scaling>
          <c:orientation val="minMax"/>
        </c:scaling>
        <c:delete val="1"/>
        <c:axPos val="b"/>
        <c:majorGridlines>
          <c:spPr>
            <a:ln w="9525" cap="flat" cmpd="sng" algn="ctr">
              <a:noFill/>
              <a:round/>
            </a:ln>
            <a:effectLst/>
          </c:spPr>
        </c:majorGridlines>
        <c:numFmt formatCode="[$$-409]#,##0" sourceLinked="1"/>
        <c:majorTickMark val="none"/>
        <c:minorTickMark val="none"/>
        <c:tickLblPos val="nextTo"/>
        <c:crossAx val="1007201560"/>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a:latin typeface="HelveticaNeueLT Pro 45 Lt" panose="020B0403020202020204" pitchFamily="34" charset="0"/>
          <a:cs typeface="Arial" panose="020B0604020202020204" pitchFamily="34" charset="0"/>
        </a:defRPr>
      </a:pPr>
      <a:endParaRPr lang="en-US"/>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[Mini Project_Group 2_06.10.2025 Work 2.xlsx]Analysis!Patient by Doctors</c:name>
    <c:fmtId val="-1"/>
  </c:pivotSource>
  <c:chart>
    <c:title>
      <c:tx>
        <c:rich>
          <a:bodyPr rot="0" spcFirstLastPara="1" vertOverflow="ellipsis" vert="horz" wrap="square" anchor="ctr" anchorCtr="1"/>
          <a:lstStyle/>
          <a:p>
            <a:pPr>
              <a:defRPr lang="en-US" sz="1600" b="1" i="0" u="none" strike="noStrike" kern="1200" spc="0" baseline="0">
                <a:solidFill>
                  <a:schemeClr val="tx1"/>
                </a:solidFill>
                <a:latin typeface="+mn-lt"/>
                <a:ea typeface="+mn-ea"/>
                <a:cs typeface="Arial" panose="020B0604020202020204" pitchFamily="34" charset="0"/>
              </a:defRPr>
            </a:pPr>
            <a:r>
              <a:rPr lang="en-US" sz="1600"/>
              <a:t>Doctor vs Patient</a:t>
            </a:r>
          </a:p>
        </c:rich>
      </c:tx>
      <c:overlay val="0"/>
      <c:spPr>
        <a:noFill/>
        <a:ln>
          <a:noFill/>
        </a:ln>
        <a:effectLst/>
      </c:spPr>
      <c:txPr>
        <a:bodyPr rot="0" spcFirstLastPara="1" vertOverflow="ellipsis" vert="horz" wrap="square" anchor="ctr" anchorCtr="1"/>
        <a:lstStyle/>
        <a:p>
          <a:pPr>
            <a:defRPr lang="en-US" sz="1600" b="1" i="0" u="none" strike="noStrike" kern="1200" spc="0" baseline="0">
              <a:solidFill>
                <a:schemeClr val="tx1"/>
              </a:solidFill>
              <a:latin typeface="+mn-lt"/>
              <a:ea typeface="+mn-ea"/>
              <a:cs typeface="Arial" panose="020B0604020202020204" pitchFamily="34" charset="0"/>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7DA0CA"/>
          </a:solidFill>
          <a:ln>
            <a:noFill/>
          </a:ln>
          <a:effectLst/>
        </c:spPr>
        <c:marker>
          <c:symbol val="none"/>
        </c:marker>
        <c:dLbl>
          <c:idx val="0"/>
          <c:spPr>
            <a:noFill/>
            <a:ln>
              <a:noFill/>
            </a:ln>
            <a:effectLst/>
          </c:spPr>
          <c:txPr>
            <a:bodyPr rot="0" spcFirstLastPara="1" vertOverflow="ellipsis" vert="horz" wrap="square" anchor="ctr" anchorCtr="1"/>
            <a:lstStyle/>
            <a:p>
              <a:pPr>
                <a:defRPr lang="en-US" sz="1600" b="1" i="0" u="none" strike="noStrike" kern="1200" baseline="0">
                  <a:solidFill>
                    <a:schemeClr val="tx1"/>
                  </a:solidFill>
                  <a:latin typeface="+mn-lt"/>
                  <a:ea typeface="+mn-ea"/>
                  <a:cs typeface="Arial" panose="020B060402020202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7DA0CA"/>
          </a:solidFill>
          <a:ln>
            <a:noFill/>
          </a:ln>
          <a:effectLst/>
        </c:spPr>
        <c:marker>
          <c:symbol val="none"/>
        </c:marker>
        <c:dLbl>
          <c:idx val="0"/>
          <c:spPr>
            <a:noFill/>
            <a:ln>
              <a:noFill/>
            </a:ln>
            <a:effectLst/>
          </c:spPr>
          <c:txPr>
            <a:bodyPr rot="0" spcFirstLastPara="1" vertOverflow="ellipsis" vert="horz" wrap="square" anchor="ctr" anchorCtr="1"/>
            <a:lstStyle/>
            <a:p>
              <a:pPr>
                <a:defRPr lang="en-US" sz="1600" b="1" i="0" u="none" strike="noStrike" kern="1200" baseline="0">
                  <a:solidFill>
                    <a:schemeClr val="tx1"/>
                  </a:solidFill>
                  <a:latin typeface="+mn-lt"/>
                  <a:ea typeface="+mn-ea"/>
                  <a:cs typeface="Arial" panose="020B060402020202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7DA0CA"/>
          </a:solidFill>
          <a:ln>
            <a:noFill/>
          </a:ln>
          <a:effectLst/>
        </c:spPr>
        <c:marker>
          <c:symbol val="none"/>
        </c:marker>
        <c:dLbl>
          <c:idx val="0"/>
          <c:spPr>
            <a:noFill/>
            <a:ln>
              <a:noFill/>
            </a:ln>
            <a:effectLst/>
          </c:spPr>
          <c:txPr>
            <a:bodyPr rot="0" spcFirstLastPara="1" vertOverflow="ellipsis" vert="horz" wrap="square" anchor="ctr" anchorCtr="1"/>
            <a:lstStyle/>
            <a:p>
              <a:pPr>
                <a:defRPr lang="en-US" sz="1600" b="1" i="0" u="none" strike="noStrike" kern="1200" baseline="0">
                  <a:solidFill>
                    <a:schemeClr val="tx1"/>
                  </a:solidFill>
                  <a:latin typeface="+mn-lt"/>
                  <a:ea typeface="+mn-ea"/>
                  <a:cs typeface="Arial" panose="020B060402020202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Analysis!$J$22</c:f>
              <c:strCache>
                <c:ptCount val="1"/>
                <c:pt idx="0">
                  <c:v>Total</c:v>
                </c:pt>
              </c:strCache>
            </c:strRef>
          </c:tx>
          <c:spPr>
            <a:solidFill>
              <a:srgbClr val="7DA0CA"/>
            </a:solidFill>
            <a:ln>
              <a:noFill/>
            </a:ln>
            <a:effectLst/>
          </c:spPr>
          <c:invertIfNegative val="0"/>
          <c:dLbls>
            <c:spPr>
              <a:noFill/>
              <a:ln>
                <a:noFill/>
              </a:ln>
              <a:effectLst/>
            </c:spPr>
            <c:txPr>
              <a:bodyPr rot="0" spcFirstLastPara="1" vertOverflow="ellipsis" vert="horz" wrap="square" anchor="ctr" anchorCtr="1"/>
              <a:lstStyle/>
              <a:p>
                <a:pPr>
                  <a:defRPr lang="en-US" sz="1600" b="1" i="0" u="none" strike="noStrike" kern="1200" baseline="0">
                    <a:solidFill>
                      <a:schemeClr val="tx1"/>
                    </a:solidFill>
                    <a:latin typeface="+mn-lt"/>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Analysis!$I$23:$I$29</c:f>
              <c:strCache>
                <c:ptCount val="6"/>
                <c:pt idx="0">
                  <c:v>Unassigned</c:v>
                </c:pt>
                <c:pt idx="1">
                  <c:v>Dr. John</c:v>
                </c:pt>
                <c:pt idx="2">
                  <c:v>Dr. Smith</c:v>
                </c:pt>
                <c:pt idx="3">
                  <c:v>Dr. Patel</c:v>
                </c:pt>
                <c:pt idx="4">
                  <c:v>Dr. Lee</c:v>
                </c:pt>
                <c:pt idx="5">
                  <c:v>Dr. Wong</c:v>
                </c:pt>
              </c:strCache>
            </c:strRef>
          </c:cat>
          <c:val>
            <c:numRef>
              <c:f>Analysis!$J$23:$J$29</c:f>
              <c:numCache>
                <c:formatCode>0</c:formatCode>
                <c:ptCount val="6"/>
                <c:pt idx="0">
                  <c:v>149</c:v>
                </c:pt>
                <c:pt idx="1">
                  <c:v>938</c:v>
                </c:pt>
                <c:pt idx="2">
                  <c:v>959</c:v>
                </c:pt>
                <c:pt idx="3">
                  <c:v>974</c:v>
                </c:pt>
                <c:pt idx="4">
                  <c:v>986</c:v>
                </c:pt>
                <c:pt idx="5">
                  <c:v>994</c:v>
                </c:pt>
              </c:numCache>
            </c:numRef>
          </c:val>
          <c:extLst>
            <c:ext xmlns:c16="http://schemas.microsoft.com/office/drawing/2014/chart" uri="{C3380CC4-5D6E-409C-BE32-E72D297353CC}">
              <c16:uniqueId val="{00000000-E997-4705-B80A-F7E82C498BFA}"/>
            </c:ext>
          </c:extLst>
        </c:ser>
        <c:dLbls>
          <c:dLblPos val="outEnd"/>
          <c:showLegendKey val="0"/>
          <c:showVal val="1"/>
          <c:showCatName val="0"/>
          <c:showSerName val="0"/>
          <c:showPercent val="0"/>
          <c:showBubbleSize val="0"/>
        </c:dLbls>
        <c:gapWidth val="100"/>
        <c:overlap val="-27"/>
        <c:axId val="718392208"/>
        <c:axId val="718390128"/>
      </c:barChart>
      <c:catAx>
        <c:axId val="718392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400" b="1" i="0" u="none" strike="noStrike" kern="1200" baseline="0">
                <a:solidFill>
                  <a:schemeClr val="tx1"/>
                </a:solidFill>
                <a:latin typeface="+mn-lt"/>
                <a:ea typeface="+mn-ea"/>
                <a:cs typeface="Arial" panose="020B0604020202020204" pitchFamily="34" charset="0"/>
              </a:defRPr>
            </a:pPr>
            <a:endParaRPr lang="en-US"/>
          </a:p>
        </c:txPr>
        <c:crossAx val="718390128"/>
        <c:crosses val="autoZero"/>
        <c:auto val="1"/>
        <c:lblAlgn val="ctr"/>
        <c:lblOffset val="100"/>
        <c:noMultiLvlLbl val="0"/>
      </c:catAx>
      <c:valAx>
        <c:axId val="718390128"/>
        <c:scaling>
          <c:orientation val="minMax"/>
        </c:scaling>
        <c:delete val="1"/>
        <c:axPos val="l"/>
        <c:numFmt formatCode="0" sourceLinked="1"/>
        <c:majorTickMark val="none"/>
        <c:minorTickMark val="none"/>
        <c:tickLblPos val="nextTo"/>
        <c:crossAx val="7183922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solidFill>
        <a:schemeClr val="tx1">
          <a:lumMod val="15000"/>
          <a:lumOff val="85000"/>
        </a:schemeClr>
      </a:solidFill>
      <a:round/>
    </a:ln>
    <a:effectLst/>
  </c:spPr>
  <c:txPr>
    <a:bodyPr/>
    <a:lstStyle/>
    <a:p>
      <a:pPr algn="ctr">
        <a:defRPr lang="en-US" sz="1200" b="1" i="0" u="none" strike="noStrike" kern="1200" baseline="0">
          <a:solidFill>
            <a:schemeClr val="tx1"/>
          </a:solidFill>
          <a:latin typeface="+mn-lt"/>
          <a:ea typeface="+mn-ea"/>
          <a:cs typeface="Arial" panose="020B060402020202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[Mini Project_Group 2_06.10.2025 Work 2.xlsx]Analysis!Doctor/Treatment Type_Patient</c:name>
    <c:fmtId val="-1"/>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tx1">
              <a:lumMod val="95000"/>
              <a:lumOff val="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rgbClr val="FF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6">
              <a:lumMod val="5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tx1">
              <a:lumMod val="95000"/>
              <a:lumOff val="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solidFill>
            <a:srgbClr val="FF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6">
              <a:lumMod val="5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solidFill>
            <a:schemeClr val="accent1"/>
          </a:solidFill>
          <a:ln>
            <a:noFill/>
          </a:ln>
          <a:effectLst/>
        </c:spPr>
        <c:marker>
          <c:symbol val="none"/>
        </c:marker>
      </c:pivotFmt>
      <c:pivotFmt>
        <c:idx val="3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tx1">
              <a:lumMod val="95000"/>
              <a:lumOff val="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solidFill>
            <a:schemeClr val="accent1">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solidFill>
            <a:srgbClr val="FF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solidFill>
            <a:schemeClr val="accent6">
              <a:lumMod val="5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tx1">
              <a:lumMod val="95000"/>
              <a:lumOff val="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solidFill>
            <a:schemeClr val="accent1">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solidFill>
            <a:srgbClr val="FF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solidFill>
            <a:schemeClr val="accent6">
              <a:lumMod val="5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solidFill>
            <a:schemeClr val="tx1">
              <a:lumMod val="95000"/>
              <a:lumOff val="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2"/>
        <c:spPr>
          <a:solidFill>
            <a:schemeClr val="accent1">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3"/>
        <c:spPr>
          <a:solidFill>
            <a:srgbClr val="5B9BD5">
              <a:lumMod val="75000"/>
            </a:srgb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4"/>
        <c:spPr>
          <a:solidFill>
            <a:srgbClr val="4472C4">
              <a:lumMod val="50000"/>
            </a:srgb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6"/>
        <c:spPr>
          <a:solidFill>
            <a:schemeClr val="tx1">
              <a:lumMod val="95000"/>
              <a:lumOff val="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8"/>
        <c:spPr>
          <a:solidFill>
            <a:schemeClr val="accent1">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9"/>
        <c:spPr>
          <a:solidFill>
            <a:srgbClr val="5B9BD5">
              <a:lumMod val="75000"/>
            </a:srgb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0"/>
        <c:spPr>
          <a:solidFill>
            <a:srgbClr val="4472C4">
              <a:lumMod val="50000"/>
            </a:srgb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2"/>
        <c:spPr>
          <a:solidFill>
            <a:schemeClr val="tx1">
              <a:lumMod val="95000"/>
              <a:lumOff val="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4"/>
        <c:spPr>
          <a:solidFill>
            <a:schemeClr val="accent1">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5"/>
        <c:spPr>
          <a:solidFill>
            <a:srgbClr val="5B9BD5">
              <a:lumMod val="75000"/>
            </a:srgb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6"/>
        <c:spPr>
          <a:solidFill>
            <a:srgbClr val="4472C4">
              <a:lumMod val="50000"/>
            </a:srgb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Analysis!$M$2:$M$3</c:f>
              <c:strCache>
                <c:ptCount val="1"/>
                <c:pt idx="0">
                  <c:v>Dr. John</c:v>
                </c:pt>
              </c:strCache>
            </c:strRef>
          </c:tx>
          <c:spPr>
            <a:solidFill>
              <a:schemeClr val="accent1"/>
            </a:solidFill>
            <a:ln>
              <a:noFill/>
            </a:ln>
            <a:effectLst/>
          </c:spPr>
          <c:invertIfNegative val="0"/>
          <c:cat>
            <c:strRef>
              <c:f>Analysis!$L$4:$L$7</c:f>
              <c:strCache>
                <c:ptCount val="4"/>
                <c:pt idx="0">
                  <c:v>Medication</c:v>
                </c:pt>
                <c:pt idx="1">
                  <c:v>Observation</c:v>
                </c:pt>
                <c:pt idx="2">
                  <c:v>Surgery</c:v>
                </c:pt>
                <c:pt idx="3">
                  <c:v>Therapy</c:v>
                </c:pt>
              </c:strCache>
            </c:strRef>
          </c:cat>
          <c:val>
            <c:numRef>
              <c:f>Analysis!$M$4:$M$7</c:f>
              <c:numCache>
                <c:formatCode>0</c:formatCode>
                <c:ptCount val="4"/>
                <c:pt idx="0">
                  <c:v>243</c:v>
                </c:pt>
                <c:pt idx="1">
                  <c:v>212</c:v>
                </c:pt>
                <c:pt idx="2">
                  <c:v>235</c:v>
                </c:pt>
                <c:pt idx="3">
                  <c:v>248</c:v>
                </c:pt>
              </c:numCache>
            </c:numRef>
          </c:val>
          <c:extLst>
            <c:ext xmlns:c16="http://schemas.microsoft.com/office/drawing/2014/chart" uri="{C3380CC4-5D6E-409C-BE32-E72D297353CC}">
              <c16:uniqueId val="{00000000-20AA-49CB-87AA-0D65D6FB7DAF}"/>
            </c:ext>
          </c:extLst>
        </c:ser>
        <c:ser>
          <c:idx val="1"/>
          <c:order val="1"/>
          <c:tx>
            <c:strRef>
              <c:f>Analysis!$N$2:$N$3</c:f>
              <c:strCache>
                <c:ptCount val="1"/>
                <c:pt idx="0">
                  <c:v>Dr. Lee</c:v>
                </c:pt>
              </c:strCache>
            </c:strRef>
          </c:tx>
          <c:spPr>
            <a:solidFill>
              <a:schemeClr val="tx1">
                <a:lumMod val="95000"/>
                <a:lumOff val="5000"/>
              </a:schemeClr>
            </a:solidFill>
            <a:ln>
              <a:noFill/>
            </a:ln>
            <a:effectLst/>
          </c:spPr>
          <c:invertIfNegative val="0"/>
          <c:cat>
            <c:strRef>
              <c:f>Analysis!$L$4:$L$7</c:f>
              <c:strCache>
                <c:ptCount val="4"/>
                <c:pt idx="0">
                  <c:v>Medication</c:v>
                </c:pt>
                <c:pt idx="1">
                  <c:v>Observation</c:v>
                </c:pt>
                <c:pt idx="2">
                  <c:v>Surgery</c:v>
                </c:pt>
                <c:pt idx="3">
                  <c:v>Therapy</c:v>
                </c:pt>
              </c:strCache>
            </c:strRef>
          </c:cat>
          <c:val>
            <c:numRef>
              <c:f>Analysis!$N$4:$N$7</c:f>
              <c:numCache>
                <c:formatCode>0</c:formatCode>
                <c:ptCount val="4"/>
                <c:pt idx="0">
                  <c:v>228</c:v>
                </c:pt>
                <c:pt idx="1">
                  <c:v>250</c:v>
                </c:pt>
                <c:pt idx="2">
                  <c:v>268</c:v>
                </c:pt>
                <c:pt idx="3">
                  <c:v>240</c:v>
                </c:pt>
              </c:numCache>
            </c:numRef>
          </c:val>
          <c:extLst>
            <c:ext xmlns:c16="http://schemas.microsoft.com/office/drawing/2014/chart" uri="{C3380CC4-5D6E-409C-BE32-E72D297353CC}">
              <c16:uniqueId val="{00000001-20AA-49CB-87AA-0D65D6FB7DAF}"/>
            </c:ext>
          </c:extLst>
        </c:ser>
        <c:ser>
          <c:idx val="2"/>
          <c:order val="2"/>
          <c:tx>
            <c:strRef>
              <c:f>Analysis!$O$2:$O$3</c:f>
              <c:strCache>
                <c:ptCount val="1"/>
                <c:pt idx="0">
                  <c:v>Dr. Patel</c:v>
                </c:pt>
              </c:strCache>
            </c:strRef>
          </c:tx>
          <c:spPr>
            <a:solidFill>
              <a:schemeClr val="accent3"/>
            </a:solidFill>
            <a:ln>
              <a:noFill/>
            </a:ln>
            <a:effectLst/>
          </c:spPr>
          <c:invertIfNegative val="0"/>
          <c:cat>
            <c:strRef>
              <c:f>Analysis!$L$4:$L$7</c:f>
              <c:strCache>
                <c:ptCount val="4"/>
                <c:pt idx="0">
                  <c:v>Medication</c:v>
                </c:pt>
                <c:pt idx="1">
                  <c:v>Observation</c:v>
                </c:pt>
                <c:pt idx="2">
                  <c:v>Surgery</c:v>
                </c:pt>
                <c:pt idx="3">
                  <c:v>Therapy</c:v>
                </c:pt>
              </c:strCache>
            </c:strRef>
          </c:cat>
          <c:val>
            <c:numRef>
              <c:f>Analysis!$O$4:$O$7</c:f>
              <c:numCache>
                <c:formatCode>0</c:formatCode>
                <c:ptCount val="4"/>
                <c:pt idx="0">
                  <c:v>254</c:v>
                </c:pt>
                <c:pt idx="1">
                  <c:v>234</c:v>
                </c:pt>
                <c:pt idx="2">
                  <c:v>243</c:v>
                </c:pt>
                <c:pt idx="3">
                  <c:v>243</c:v>
                </c:pt>
              </c:numCache>
            </c:numRef>
          </c:val>
          <c:extLst>
            <c:ext xmlns:c16="http://schemas.microsoft.com/office/drawing/2014/chart" uri="{C3380CC4-5D6E-409C-BE32-E72D297353CC}">
              <c16:uniqueId val="{00000002-20AA-49CB-87AA-0D65D6FB7DAF}"/>
            </c:ext>
          </c:extLst>
        </c:ser>
        <c:ser>
          <c:idx val="3"/>
          <c:order val="3"/>
          <c:tx>
            <c:strRef>
              <c:f>Analysis!$P$2:$P$3</c:f>
              <c:strCache>
                <c:ptCount val="1"/>
                <c:pt idx="0">
                  <c:v>Dr. Smith</c:v>
                </c:pt>
              </c:strCache>
            </c:strRef>
          </c:tx>
          <c:spPr>
            <a:solidFill>
              <a:schemeClr val="accent1">
                <a:lumMod val="60000"/>
                <a:lumOff val="40000"/>
              </a:schemeClr>
            </a:solidFill>
            <a:ln>
              <a:noFill/>
            </a:ln>
            <a:effectLst/>
          </c:spPr>
          <c:invertIfNegative val="0"/>
          <c:cat>
            <c:strRef>
              <c:f>Analysis!$L$4:$L$7</c:f>
              <c:strCache>
                <c:ptCount val="4"/>
                <c:pt idx="0">
                  <c:v>Medication</c:v>
                </c:pt>
                <c:pt idx="1">
                  <c:v>Observation</c:v>
                </c:pt>
                <c:pt idx="2">
                  <c:v>Surgery</c:v>
                </c:pt>
                <c:pt idx="3">
                  <c:v>Therapy</c:v>
                </c:pt>
              </c:strCache>
            </c:strRef>
          </c:cat>
          <c:val>
            <c:numRef>
              <c:f>Analysis!$P$4:$P$7</c:f>
              <c:numCache>
                <c:formatCode>0</c:formatCode>
                <c:ptCount val="4"/>
                <c:pt idx="0">
                  <c:v>244</c:v>
                </c:pt>
                <c:pt idx="1">
                  <c:v>247</c:v>
                </c:pt>
                <c:pt idx="2">
                  <c:v>232</c:v>
                </c:pt>
                <c:pt idx="3">
                  <c:v>236</c:v>
                </c:pt>
              </c:numCache>
            </c:numRef>
          </c:val>
          <c:extLst>
            <c:ext xmlns:c16="http://schemas.microsoft.com/office/drawing/2014/chart" uri="{C3380CC4-5D6E-409C-BE32-E72D297353CC}">
              <c16:uniqueId val="{00000003-20AA-49CB-87AA-0D65D6FB7DAF}"/>
            </c:ext>
          </c:extLst>
        </c:ser>
        <c:ser>
          <c:idx val="4"/>
          <c:order val="4"/>
          <c:tx>
            <c:strRef>
              <c:f>Analysis!$Q$2:$Q$3</c:f>
              <c:strCache>
                <c:ptCount val="1"/>
                <c:pt idx="0">
                  <c:v>Dr. Wong</c:v>
                </c:pt>
              </c:strCache>
            </c:strRef>
          </c:tx>
          <c:spPr>
            <a:solidFill>
              <a:srgbClr val="5B9BD5">
                <a:lumMod val="75000"/>
              </a:srgbClr>
            </a:solidFill>
            <a:ln>
              <a:noFill/>
            </a:ln>
            <a:effectLst/>
          </c:spPr>
          <c:invertIfNegative val="0"/>
          <c:cat>
            <c:strRef>
              <c:f>Analysis!$L$4:$L$7</c:f>
              <c:strCache>
                <c:ptCount val="4"/>
                <c:pt idx="0">
                  <c:v>Medication</c:v>
                </c:pt>
                <c:pt idx="1">
                  <c:v>Observation</c:v>
                </c:pt>
                <c:pt idx="2">
                  <c:v>Surgery</c:v>
                </c:pt>
                <c:pt idx="3">
                  <c:v>Therapy</c:v>
                </c:pt>
              </c:strCache>
            </c:strRef>
          </c:cat>
          <c:val>
            <c:numRef>
              <c:f>Analysis!$Q$4:$Q$7</c:f>
              <c:numCache>
                <c:formatCode>0</c:formatCode>
                <c:ptCount val="4"/>
                <c:pt idx="0">
                  <c:v>240</c:v>
                </c:pt>
                <c:pt idx="1">
                  <c:v>222</c:v>
                </c:pt>
                <c:pt idx="2">
                  <c:v>261</c:v>
                </c:pt>
                <c:pt idx="3">
                  <c:v>271</c:v>
                </c:pt>
              </c:numCache>
            </c:numRef>
          </c:val>
          <c:extLst>
            <c:ext xmlns:c16="http://schemas.microsoft.com/office/drawing/2014/chart" uri="{C3380CC4-5D6E-409C-BE32-E72D297353CC}">
              <c16:uniqueId val="{00000004-20AA-49CB-87AA-0D65D6FB7DAF}"/>
            </c:ext>
          </c:extLst>
        </c:ser>
        <c:ser>
          <c:idx val="5"/>
          <c:order val="5"/>
          <c:tx>
            <c:strRef>
              <c:f>Analysis!$R$2:$R$3</c:f>
              <c:strCache>
                <c:ptCount val="1"/>
                <c:pt idx="0">
                  <c:v>Unassigned</c:v>
                </c:pt>
              </c:strCache>
            </c:strRef>
          </c:tx>
          <c:spPr>
            <a:solidFill>
              <a:srgbClr val="4472C4">
                <a:lumMod val="50000"/>
              </a:srgbClr>
            </a:solidFill>
            <a:ln>
              <a:noFill/>
            </a:ln>
            <a:effectLst/>
          </c:spPr>
          <c:invertIfNegative val="0"/>
          <c:cat>
            <c:strRef>
              <c:f>Analysis!$L$4:$L$7</c:f>
              <c:strCache>
                <c:ptCount val="4"/>
                <c:pt idx="0">
                  <c:v>Medication</c:v>
                </c:pt>
                <c:pt idx="1">
                  <c:v>Observation</c:v>
                </c:pt>
                <c:pt idx="2">
                  <c:v>Surgery</c:v>
                </c:pt>
                <c:pt idx="3">
                  <c:v>Therapy</c:v>
                </c:pt>
              </c:strCache>
            </c:strRef>
          </c:cat>
          <c:val>
            <c:numRef>
              <c:f>Analysis!$R$4:$R$7</c:f>
              <c:numCache>
                <c:formatCode>0</c:formatCode>
                <c:ptCount val="4"/>
                <c:pt idx="0">
                  <c:v>36</c:v>
                </c:pt>
                <c:pt idx="1">
                  <c:v>33</c:v>
                </c:pt>
                <c:pt idx="2">
                  <c:v>41</c:v>
                </c:pt>
                <c:pt idx="3">
                  <c:v>39</c:v>
                </c:pt>
              </c:numCache>
            </c:numRef>
          </c:val>
          <c:extLst>
            <c:ext xmlns:c16="http://schemas.microsoft.com/office/drawing/2014/chart" uri="{C3380CC4-5D6E-409C-BE32-E72D297353CC}">
              <c16:uniqueId val="{00000005-20AA-49CB-87AA-0D65D6FB7DAF}"/>
            </c:ext>
          </c:extLst>
        </c:ser>
        <c:dLbls>
          <c:showLegendKey val="0"/>
          <c:showVal val="0"/>
          <c:showCatName val="0"/>
          <c:showSerName val="0"/>
          <c:showPercent val="0"/>
          <c:showBubbleSize val="0"/>
        </c:dLbls>
        <c:gapWidth val="179"/>
        <c:overlap val="-2"/>
        <c:axId val="1525108095"/>
        <c:axId val="1525112255"/>
      </c:barChart>
      <c:catAx>
        <c:axId val="15251080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1525112255"/>
        <c:crosses val="autoZero"/>
        <c:auto val="1"/>
        <c:lblAlgn val="ctr"/>
        <c:lblOffset val="100"/>
        <c:noMultiLvlLbl val="0"/>
      </c:catAx>
      <c:valAx>
        <c:axId val="1525112255"/>
        <c:scaling>
          <c:orientation val="minMax"/>
        </c:scaling>
        <c:delete val="1"/>
        <c:axPos val="l"/>
        <c:numFmt formatCode="0" sourceLinked="1"/>
        <c:majorTickMark val="none"/>
        <c:minorTickMark val="none"/>
        <c:tickLblPos val="nextTo"/>
        <c:crossAx val="1525108095"/>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w="9525" cap="flat" cmpd="sng" algn="ctr">
      <a:noFill/>
      <a:round/>
    </a:ln>
    <a:effectLst/>
  </c:spPr>
  <c:txPr>
    <a:bodyPr/>
    <a:lstStyle/>
    <a:p>
      <a:pPr>
        <a:defRPr/>
      </a:pPr>
      <a:endParaRPr lang="en-US"/>
    </a:p>
  </c:txPr>
  <c:externalData r:id="rId4">
    <c:autoUpdate val="0"/>
  </c:externalData>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[Mini Project_Group 2_06.10.2025 Work 2.xlsx]Analysis!Doctor/Patient Age Group</c:name>
    <c:fmtId val="-1"/>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tx1">
              <a:lumMod val="95000"/>
              <a:lumOff val="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rgbClr val="FF0000"/>
          </a:solidFill>
          <a:ln>
            <a:noFill/>
          </a:ln>
          <a:effectLst/>
        </c:spPr>
        <c:marker>
          <c:symbol val="none"/>
        </c:marker>
      </c:pivotFmt>
      <c:pivotFmt>
        <c:idx val="29"/>
        <c:spPr>
          <a:solidFill>
            <a:schemeClr val="accent6">
              <a:lumMod val="5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tx1">
              <a:lumMod val="95000"/>
              <a:lumOff val="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solidFill>
            <a:srgbClr val="FF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6">
              <a:lumMod val="5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solidFill>
            <a:schemeClr val="tx1">
              <a:lumMod val="95000"/>
              <a:lumOff val="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solidFill>
            <a:schemeClr val="accent1">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solidFill>
            <a:srgbClr val="FF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6">
              <a:lumMod val="5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solidFill>
            <a:schemeClr val="tx2">
              <a:lumMod val="40000"/>
              <a:lumOff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solidFill>
            <a:schemeClr val="tx2">
              <a:lumMod val="20000"/>
              <a:lumOff val="8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1"/>
        <c:spPr>
          <a:solidFill>
            <a:schemeClr val="accent1">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3"/>
        <c:spPr>
          <a:solidFill>
            <a:schemeClr val="accent1">
              <a:lumMod val="5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6"/>
        <c:spPr>
          <a:solidFill>
            <a:schemeClr val="tx2">
              <a:lumMod val="40000"/>
              <a:lumOff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7"/>
        <c:spPr>
          <a:solidFill>
            <a:schemeClr val="tx2">
              <a:lumMod val="20000"/>
              <a:lumOff val="8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8"/>
        <c:spPr>
          <a:solidFill>
            <a:schemeClr val="accent1">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0"/>
        <c:spPr>
          <a:solidFill>
            <a:schemeClr val="accent1">
              <a:lumMod val="5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2"/>
        <c:spPr>
          <a:solidFill>
            <a:schemeClr val="tx2">
              <a:lumMod val="40000"/>
              <a:lumOff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3"/>
        <c:spPr>
          <a:solidFill>
            <a:schemeClr val="tx2">
              <a:lumMod val="20000"/>
              <a:lumOff val="8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4"/>
        <c:spPr>
          <a:solidFill>
            <a:schemeClr val="accent1">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6"/>
        <c:spPr>
          <a:solidFill>
            <a:schemeClr val="accent1">
              <a:lumMod val="5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Analysis!$M$14:$M$15</c:f>
              <c:strCache>
                <c:ptCount val="1"/>
                <c:pt idx="0">
                  <c:v>Dr. John</c:v>
                </c:pt>
              </c:strCache>
            </c:strRef>
          </c:tx>
          <c:spPr>
            <a:solidFill>
              <a:schemeClr val="accent1"/>
            </a:solidFill>
            <a:ln>
              <a:noFill/>
            </a:ln>
            <a:effectLst/>
          </c:spPr>
          <c:invertIfNegative val="0"/>
          <c:cat>
            <c:strRef>
              <c:f>Analysis!$L$16:$L$23</c:f>
              <c:strCache>
                <c:ptCount val="7"/>
                <c:pt idx="0">
                  <c:v>Adult</c:v>
                </c:pt>
                <c:pt idx="1">
                  <c:v>Child</c:v>
                </c:pt>
                <c:pt idx="2">
                  <c:v>Elder</c:v>
                </c:pt>
                <c:pt idx="3">
                  <c:v>Old</c:v>
                </c:pt>
                <c:pt idx="4">
                  <c:v>Teenager</c:v>
                </c:pt>
                <c:pt idx="5">
                  <c:v>Toddler</c:v>
                </c:pt>
                <c:pt idx="6">
                  <c:v>Young Adult</c:v>
                </c:pt>
              </c:strCache>
            </c:strRef>
          </c:cat>
          <c:val>
            <c:numRef>
              <c:f>Analysis!$M$16:$M$23</c:f>
              <c:numCache>
                <c:formatCode>0</c:formatCode>
                <c:ptCount val="7"/>
                <c:pt idx="0">
                  <c:v>153</c:v>
                </c:pt>
                <c:pt idx="1">
                  <c:v>78</c:v>
                </c:pt>
                <c:pt idx="2">
                  <c:v>155</c:v>
                </c:pt>
                <c:pt idx="3">
                  <c:v>349</c:v>
                </c:pt>
                <c:pt idx="4">
                  <c:v>59</c:v>
                </c:pt>
                <c:pt idx="5">
                  <c:v>49</c:v>
                </c:pt>
                <c:pt idx="6">
                  <c:v>95</c:v>
                </c:pt>
              </c:numCache>
            </c:numRef>
          </c:val>
          <c:extLst>
            <c:ext xmlns:c16="http://schemas.microsoft.com/office/drawing/2014/chart" uri="{C3380CC4-5D6E-409C-BE32-E72D297353CC}">
              <c16:uniqueId val="{00000000-DA70-49B1-A18C-6A9F8DD26234}"/>
            </c:ext>
          </c:extLst>
        </c:ser>
        <c:ser>
          <c:idx val="1"/>
          <c:order val="1"/>
          <c:tx>
            <c:strRef>
              <c:f>Analysis!$N$14:$N$15</c:f>
              <c:strCache>
                <c:ptCount val="1"/>
                <c:pt idx="0">
                  <c:v>Dr. Lee</c:v>
                </c:pt>
              </c:strCache>
            </c:strRef>
          </c:tx>
          <c:spPr>
            <a:solidFill>
              <a:schemeClr val="tx2">
                <a:lumMod val="40000"/>
                <a:lumOff val="60000"/>
              </a:schemeClr>
            </a:solidFill>
            <a:ln>
              <a:noFill/>
            </a:ln>
            <a:effectLst/>
          </c:spPr>
          <c:invertIfNegative val="0"/>
          <c:cat>
            <c:strRef>
              <c:f>Analysis!$L$16:$L$23</c:f>
              <c:strCache>
                <c:ptCount val="7"/>
                <c:pt idx="0">
                  <c:v>Adult</c:v>
                </c:pt>
                <c:pt idx="1">
                  <c:v>Child</c:v>
                </c:pt>
                <c:pt idx="2">
                  <c:v>Elder</c:v>
                </c:pt>
                <c:pt idx="3">
                  <c:v>Old</c:v>
                </c:pt>
                <c:pt idx="4">
                  <c:v>Teenager</c:v>
                </c:pt>
                <c:pt idx="5">
                  <c:v>Toddler</c:v>
                </c:pt>
                <c:pt idx="6">
                  <c:v>Young Adult</c:v>
                </c:pt>
              </c:strCache>
            </c:strRef>
          </c:cat>
          <c:val>
            <c:numRef>
              <c:f>Analysis!$N$16:$N$23</c:f>
              <c:numCache>
                <c:formatCode>0</c:formatCode>
                <c:ptCount val="7"/>
                <c:pt idx="0">
                  <c:v>156</c:v>
                </c:pt>
                <c:pt idx="1">
                  <c:v>63</c:v>
                </c:pt>
                <c:pt idx="2">
                  <c:v>140</c:v>
                </c:pt>
                <c:pt idx="3">
                  <c:v>427</c:v>
                </c:pt>
                <c:pt idx="4">
                  <c:v>57</c:v>
                </c:pt>
                <c:pt idx="5">
                  <c:v>45</c:v>
                </c:pt>
                <c:pt idx="6">
                  <c:v>98</c:v>
                </c:pt>
              </c:numCache>
            </c:numRef>
          </c:val>
          <c:extLst>
            <c:ext xmlns:c16="http://schemas.microsoft.com/office/drawing/2014/chart" uri="{C3380CC4-5D6E-409C-BE32-E72D297353CC}">
              <c16:uniqueId val="{00000001-DA70-49B1-A18C-6A9F8DD26234}"/>
            </c:ext>
          </c:extLst>
        </c:ser>
        <c:ser>
          <c:idx val="2"/>
          <c:order val="2"/>
          <c:tx>
            <c:strRef>
              <c:f>Analysis!$O$14:$O$15</c:f>
              <c:strCache>
                <c:ptCount val="1"/>
                <c:pt idx="0">
                  <c:v>Dr. Patel</c:v>
                </c:pt>
              </c:strCache>
            </c:strRef>
          </c:tx>
          <c:spPr>
            <a:solidFill>
              <a:schemeClr val="tx2">
                <a:lumMod val="20000"/>
                <a:lumOff val="80000"/>
              </a:schemeClr>
            </a:solidFill>
            <a:ln>
              <a:noFill/>
            </a:ln>
            <a:effectLst/>
          </c:spPr>
          <c:invertIfNegative val="0"/>
          <c:cat>
            <c:strRef>
              <c:f>Analysis!$L$16:$L$23</c:f>
              <c:strCache>
                <c:ptCount val="7"/>
                <c:pt idx="0">
                  <c:v>Adult</c:v>
                </c:pt>
                <c:pt idx="1">
                  <c:v>Child</c:v>
                </c:pt>
                <c:pt idx="2">
                  <c:v>Elder</c:v>
                </c:pt>
                <c:pt idx="3">
                  <c:v>Old</c:v>
                </c:pt>
                <c:pt idx="4">
                  <c:v>Teenager</c:v>
                </c:pt>
                <c:pt idx="5">
                  <c:v>Toddler</c:v>
                </c:pt>
                <c:pt idx="6">
                  <c:v>Young Adult</c:v>
                </c:pt>
              </c:strCache>
            </c:strRef>
          </c:cat>
          <c:val>
            <c:numRef>
              <c:f>Analysis!$O$16:$O$23</c:f>
              <c:numCache>
                <c:formatCode>0</c:formatCode>
                <c:ptCount val="7"/>
                <c:pt idx="0">
                  <c:v>149</c:v>
                </c:pt>
                <c:pt idx="1">
                  <c:v>76</c:v>
                </c:pt>
                <c:pt idx="2">
                  <c:v>148</c:v>
                </c:pt>
                <c:pt idx="3">
                  <c:v>385</c:v>
                </c:pt>
                <c:pt idx="4">
                  <c:v>73</c:v>
                </c:pt>
                <c:pt idx="5">
                  <c:v>44</c:v>
                </c:pt>
                <c:pt idx="6">
                  <c:v>99</c:v>
                </c:pt>
              </c:numCache>
            </c:numRef>
          </c:val>
          <c:extLst>
            <c:ext xmlns:c16="http://schemas.microsoft.com/office/drawing/2014/chart" uri="{C3380CC4-5D6E-409C-BE32-E72D297353CC}">
              <c16:uniqueId val="{00000002-DA70-49B1-A18C-6A9F8DD26234}"/>
            </c:ext>
          </c:extLst>
        </c:ser>
        <c:ser>
          <c:idx val="3"/>
          <c:order val="3"/>
          <c:tx>
            <c:strRef>
              <c:f>Analysis!$P$14:$P$15</c:f>
              <c:strCache>
                <c:ptCount val="1"/>
                <c:pt idx="0">
                  <c:v>Dr. Smith</c:v>
                </c:pt>
              </c:strCache>
            </c:strRef>
          </c:tx>
          <c:spPr>
            <a:solidFill>
              <a:schemeClr val="accent1">
                <a:lumMod val="75000"/>
              </a:schemeClr>
            </a:solidFill>
            <a:ln>
              <a:noFill/>
            </a:ln>
            <a:effectLst/>
          </c:spPr>
          <c:invertIfNegative val="0"/>
          <c:cat>
            <c:strRef>
              <c:f>Analysis!$L$16:$L$23</c:f>
              <c:strCache>
                <c:ptCount val="7"/>
                <c:pt idx="0">
                  <c:v>Adult</c:v>
                </c:pt>
                <c:pt idx="1">
                  <c:v>Child</c:v>
                </c:pt>
                <c:pt idx="2">
                  <c:v>Elder</c:v>
                </c:pt>
                <c:pt idx="3">
                  <c:v>Old</c:v>
                </c:pt>
                <c:pt idx="4">
                  <c:v>Teenager</c:v>
                </c:pt>
                <c:pt idx="5">
                  <c:v>Toddler</c:v>
                </c:pt>
                <c:pt idx="6">
                  <c:v>Young Adult</c:v>
                </c:pt>
              </c:strCache>
            </c:strRef>
          </c:cat>
          <c:val>
            <c:numRef>
              <c:f>Analysis!$P$16:$P$23</c:f>
              <c:numCache>
                <c:formatCode>0</c:formatCode>
                <c:ptCount val="7"/>
                <c:pt idx="0">
                  <c:v>137</c:v>
                </c:pt>
                <c:pt idx="1">
                  <c:v>74</c:v>
                </c:pt>
                <c:pt idx="2">
                  <c:v>133</c:v>
                </c:pt>
                <c:pt idx="3">
                  <c:v>395</c:v>
                </c:pt>
                <c:pt idx="4">
                  <c:v>63</c:v>
                </c:pt>
                <c:pt idx="5">
                  <c:v>45</c:v>
                </c:pt>
                <c:pt idx="6">
                  <c:v>112</c:v>
                </c:pt>
              </c:numCache>
            </c:numRef>
          </c:val>
          <c:extLst>
            <c:ext xmlns:c16="http://schemas.microsoft.com/office/drawing/2014/chart" uri="{C3380CC4-5D6E-409C-BE32-E72D297353CC}">
              <c16:uniqueId val="{00000003-DA70-49B1-A18C-6A9F8DD26234}"/>
            </c:ext>
          </c:extLst>
        </c:ser>
        <c:ser>
          <c:idx val="4"/>
          <c:order val="4"/>
          <c:tx>
            <c:strRef>
              <c:f>Analysis!$Q$14:$Q$15</c:f>
              <c:strCache>
                <c:ptCount val="1"/>
                <c:pt idx="0">
                  <c:v>Dr. Wong</c:v>
                </c:pt>
              </c:strCache>
            </c:strRef>
          </c:tx>
          <c:spPr>
            <a:solidFill>
              <a:schemeClr val="accent5"/>
            </a:solidFill>
            <a:ln>
              <a:noFill/>
            </a:ln>
            <a:effectLst/>
          </c:spPr>
          <c:invertIfNegative val="0"/>
          <c:cat>
            <c:strRef>
              <c:f>Analysis!$L$16:$L$23</c:f>
              <c:strCache>
                <c:ptCount val="7"/>
                <c:pt idx="0">
                  <c:v>Adult</c:v>
                </c:pt>
                <c:pt idx="1">
                  <c:v>Child</c:v>
                </c:pt>
                <c:pt idx="2">
                  <c:v>Elder</c:v>
                </c:pt>
                <c:pt idx="3">
                  <c:v>Old</c:v>
                </c:pt>
                <c:pt idx="4">
                  <c:v>Teenager</c:v>
                </c:pt>
                <c:pt idx="5">
                  <c:v>Toddler</c:v>
                </c:pt>
                <c:pt idx="6">
                  <c:v>Young Adult</c:v>
                </c:pt>
              </c:strCache>
            </c:strRef>
          </c:cat>
          <c:val>
            <c:numRef>
              <c:f>Analysis!$Q$16:$Q$23</c:f>
              <c:numCache>
                <c:formatCode>0</c:formatCode>
                <c:ptCount val="7"/>
                <c:pt idx="0">
                  <c:v>147</c:v>
                </c:pt>
                <c:pt idx="1">
                  <c:v>72</c:v>
                </c:pt>
                <c:pt idx="2">
                  <c:v>164</c:v>
                </c:pt>
                <c:pt idx="3">
                  <c:v>399</c:v>
                </c:pt>
                <c:pt idx="4">
                  <c:v>60</c:v>
                </c:pt>
                <c:pt idx="5">
                  <c:v>53</c:v>
                </c:pt>
                <c:pt idx="6">
                  <c:v>99</c:v>
                </c:pt>
              </c:numCache>
            </c:numRef>
          </c:val>
          <c:extLst>
            <c:ext xmlns:c16="http://schemas.microsoft.com/office/drawing/2014/chart" uri="{C3380CC4-5D6E-409C-BE32-E72D297353CC}">
              <c16:uniqueId val="{00000004-DA70-49B1-A18C-6A9F8DD26234}"/>
            </c:ext>
          </c:extLst>
        </c:ser>
        <c:ser>
          <c:idx val="5"/>
          <c:order val="5"/>
          <c:tx>
            <c:strRef>
              <c:f>Analysis!$R$14:$R$15</c:f>
              <c:strCache>
                <c:ptCount val="1"/>
                <c:pt idx="0">
                  <c:v>Unassigned</c:v>
                </c:pt>
              </c:strCache>
            </c:strRef>
          </c:tx>
          <c:spPr>
            <a:solidFill>
              <a:schemeClr val="accent1">
                <a:lumMod val="50000"/>
              </a:schemeClr>
            </a:solidFill>
            <a:ln>
              <a:noFill/>
            </a:ln>
            <a:effectLst/>
          </c:spPr>
          <c:invertIfNegative val="0"/>
          <c:cat>
            <c:strRef>
              <c:f>Analysis!$L$16:$L$23</c:f>
              <c:strCache>
                <c:ptCount val="7"/>
                <c:pt idx="0">
                  <c:v>Adult</c:v>
                </c:pt>
                <c:pt idx="1">
                  <c:v>Child</c:v>
                </c:pt>
                <c:pt idx="2">
                  <c:v>Elder</c:v>
                </c:pt>
                <c:pt idx="3">
                  <c:v>Old</c:v>
                </c:pt>
                <c:pt idx="4">
                  <c:v>Teenager</c:v>
                </c:pt>
                <c:pt idx="5">
                  <c:v>Toddler</c:v>
                </c:pt>
                <c:pt idx="6">
                  <c:v>Young Adult</c:v>
                </c:pt>
              </c:strCache>
            </c:strRef>
          </c:cat>
          <c:val>
            <c:numRef>
              <c:f>Analysis!$R$16:$R$23</c:f>
              <c:numCache>
                <c:formatCode>0</c:formatCode>
                <c:ptCount val="7"/>
                <c:pt idx="0">
                  <c:v>29</c:v>
                </c:pt>
                <c:pt idx="1">
                  <c:v>15</c:v>
                </c:pt>
                <c:pt idx="2">
                  <c:v>18</c:v>
                </c:pt>
                <c:pt idx="3">
                  <c:v>59</c:v>
                </c:pt>
                <c:pt idx="4">
                  <c:v>3</c:v>
                </c:pt>
                <c:pt idx="5">
                  <c:v>5</c:v>
                </c:pt>
                <c:pt idx="6">
                  <c:v>20</c:v>
                </c:pt>
              </c:numCache>
            </c:numRef>
          </c:val>
          <c:extLst>
            <c:ext xmlns:c16="http://schemas.microsoft.com/office/drawing/2014/chart" uri="{C3380CC4-5D6E-409C-BE32-E72D297353CC}">
              <c16:uniqueId val="{00000005-DA70-49B1-A18C-6A9F8DD26234}"/>
            </c:ext>
          </c:extLst>
        </c:ser>
        <c:dLbls>
          <c:showLegendKey val="0"/>
          <c:showVal val="0"/>
          <c:showCatName val="0"/>
          <c:showSerName val="0"/>
          <c:showPercent val="0"/>
          <c:showBubbleSize val="0"/>
        </c:dLbls>
        <c:gapWidth val="179"/>
        <c:overlap val="-2"/>
        <c:axId val="1525108095"/>
        <c:axId val="1525112255"/>
      </c:barChart>
      <c:catAx>
        <c:axId val="15251080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1525112255"/>
        <c:crosses val="autoZero"/>
        <c:auto val="1"/>
        <c:lblAlgn val="ctr"/>
        <c:lblOffset val="100"/>
        <c:noMultiLvlLbl val="0"/>
      </c:catAx>
      <c:valAx>
        <c:axId val="1525112255"/>
        <c:scaling>
          <c:orientation val="minMax"/>
        </c:scaling>
        <c:delete val="1"/>
        <c:axPos val="l"/>
        <c:numFmt formatCode="0" sourceLinked="1"/>
        <c:majorTickMark val="none"/>
        <c:minorTickMark val="none"/>
        <c:tickLblPos val="nextTo"/>
        <c:crossAx val="152510809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w="9525" cap="flat" cmpd="sng" algn="ctr">
      <a:noFill/>
      <a:round/>
    </a:ln>
    <a:effectLst/>
  </c:spPr>
  <c:txPr>
    <a:bodyPr/>
    <a:lstStyle/>
    <a:p>
      <a:pPr>
        <a:defRPr/>
      </a:pPr>
      <a:endParaRPr lang="en-US"/>
    </a:p>
  </c:txPr>
  <c:externalData r:id="rId4">
    <c:autoUpdate val="0"/>
  </c:externalData>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969847-CBFA-452B-8986-B742C27909B2}"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5624949D-6E5C-4A06-9CC1-C6D83AFA6C3B}">
      <dgm:prSet phldrT="[Text]" custT="1"/>
      <dgm:spPr>
        <a:solidFill>
          <a:srgbClr val="88287D"/>
        </a:solidFill>
      </dgm:spPr>
      <dgm:t>
        <a:bodyPr/>
        <a:lstStyle/>
        <a:p>
          <a:r>
            <a:rPr lang="en-GB" sz="2000" b="1"/>
            <a:t>Data Cleaning</a:t>
          </a:r>
          <a:endParaRPr lang="en-US" sz="2000" b="1"/>
        </a:p>
      </dgm:t>
    </dgm:pt>
    <dgm:pt modelId="{A6EDD175-B688-4432-ADA1-8652A211B026}" type="parTrans" cxnId="{AAE4D39F-FB8F-45AC-A261-200CD8B6398B}">
      <dgm:prSet/>
      <dgm:spPr/>
      <dgm:t>
        <a:bodyPr/>
        <a:lstStyle/>
        <a:p>
          <a:endParaRPr lang="en-US"/>
        </a:p>
      </dgm:t>
    </dgm:pt>
    <dgm:pt modelId="{0DAC5D1A-F7CB-46D2-8A00-1AEF61C3971C}" type="sibTrans" cxnId="{AAE4D39F-FB8F-45AC-A261-200CD8B6398B}">
      <dgm:prSet/>
      <dgm:spPr>
        <a:solidFill>
          <a:srgbClr val="E3A1DB"/>
        </a:solidFill>
      </dgm:spPr>
      <dgm:t>
        <a:bodyPr/>
        <a:lstStyle/>
        <a:p>
          <a:endParaRPr lang="en-US"/>
        </a:p>
      </dgm:t>
    </dgm:pt>
    <dgm:pt modelId="{16980957-5488-49D0-9115-5B63C8C30FE2}">
      <dgm:prSet phldrT="[Text]" custT="1"/>
      <dgm:spPr>
        <a:solidFill>
          <a:srgbClr val="88287D"/>
        </a:solidFill>
      </dgm:spPr>
      <dgm:t>
        <a:bodyPr/>
        <a:lstStyle/>
        <a:p>
          <a:r>
            <a:rPr lang="en-GB" sz="2000" b="1"/>
            <a:t>Data Transformation </a:t>
          </a:r>
          <a:r>
            <a:rPr lang="en-GB" sz="1100"/>
            <a:t>Formatting and Formulas</a:t>
          </a:r>
          <a:endParaRPr lang="en-US" sz="1400"/>
        </a:p>
      </dgm:t>
    </dgm:pt>
    <dgm:pt modelId="{725341C1-0F99-43C5-AA1B-732C991838BE}" type="parTrans" cxnId="{FFC6A6D6-BD5C-4FC4-8072-D9A1201775A5}">
      <dgm:prSet/>
      <dgm:spPr/>
      <dgm:t>
        <a:bodyPr/>
        <a:lstStyle/>
        <a:p>
          <a:endParaRPr lang="en-US"/>
        </a:p>
      </dgm:t>
    </dgm:pt>
    <dgm:pt modelId="{C2FCFFF0-867E-46E0-B4FB-03DB5F88DBF0}" type="sibTrans" cxnId="{FFC6A6D6-BD5C-4FC4-8072-D9A1201775A5}">
      <dgm:prSet/>
      <dgm:spPr>
        <a:solidFill>
          <a:srgbClr val="E3A1DB"/>
        </a:solidFill>
      </dgm:spPr>
      <dgm:t>
        <a:bodyPr/>
        <a:lstStyle/>
        <a:p>
          <a:endParaRPr lang="en-US"/>
        </a:p>
      </dgm:t>
    </dgm:pt>
    <dgm:pt modelId="{6249DF03-D993-42FC-892E-F72A4668063A}">
      <dgm:prSet phldrT="[Text]" custT="1"/>
      <dgm:spPr>
        <a:solidFill>
          <a:srgbClr val="88287D"/>
        </a:solidFill>
      </dgm:spPr>
      <dgm:t>
        <a:bodyPr/>
        <a:lstStyle/>
        <a:p>
          <a:r>
            <a:rPr lang="en-GB" sz="2000" b="1"/>
            <a:t>Insights/ Conclusion</a:t>
          </a:r>
          <a:endParaRPr lang="en-US" sz="2000" b="1"/>
        </a:p>
      </dgm:t>
    </dgm:pt>
    <dgm:pt modelId="{06BAB69E-2F52-4469-9063-4F2312600658}" type="parTrans" cxnId="{75F8338A-9DB5-4A7E-A41F-5582960187DA}">
      <dgm:prSet/>
      <dgm:spPr/>
      <dgm:t>
        <a:bodyPr/>
        <a:lstStyle/>
        <a:p>
          <a:endParaRPr lang="en-US"/>
        </a:p>
      </dgm:t>
    </dgm:pt>
    <dgm:pt modelId="{D3E30C5E-6BE5-4339-8A0A-3DCC31F9EA2E}" type="sibTrans" cxnId="{75F8338A-9DB5-4A7E-A41F-5582960187DA}">
      <dgm:prSet/>
      <dgm:spPr>
        <a:solidFill>
          <a:srgbClr val="E3A1DB"/>
        </a:solidFill>
      </dgm:spPr>
      <dgm:t>
        <a:bodyPr/>
        <a:lstStyle/>
        <a:p>
          <a:endParaRPr lang="en-US"/>
        </a:p>
      </dgm:t>
    </dgm:pt>
    <dgm:pt modelId="{A811FEB9-9345-4916-B5C1-B1952CB721CE}">
      <dgm:prSet phldrT="[Text]" custT="1"/>
      <dgm:spPr>
        <a:solidFill>
          <a:srgbClr val="88287D"/>
        </a:solidFill>
      </dgm:spPr>
      <dgm:t>
        <a:bodyPr/>
        <a:lstStyle/>
        <a:p>
          <a:r>
            <a:rPr lang="en-GB" sz="2000" b="1"/>
            <a:t>Analysis</a:t>
          </a:r>
          <a:r>
            <a:rPr lang="en-GB" sz="2200"/>
            <a:t>      </a:t>
          </a:r>
          <a:r>
            <a:rPr lang="en-GB" sz="1200"/>
            <a:t>Pivot Table and Charts</a:t>
          </a:r>
          <a:endParaRPr lang="en-US" sz="1200"/>
        </a:p>
      </dgm:t>
    </dgm:pt>
    <dgm:pt modelId="{73E69A27-6E12-47C9-B414-142E01A6EE94}" type="sibTrans" cxnId="{F6C7D970-99D3-47D7-AE3A-F3664878EB01}">
      <dgm:prSet/>
      <dgm:spPr>
        <a:solidFill>
          <a:srgbClr val="E3A1DB"/>
        </a:solidFill>
      </dgm:spPr>
      <dgm:t>
        <a:bodyPr/>
        <a:lstStyle/>
        <a:p>
          <a:endParaRPr lang="en-US"/>
        </a:p>
      </dgm:t>
    </dgm:pt>
    <dgm:pt modelId="{D4DAA05E-F0D9-47E3-BCBD-D076DBB0DB7A}" type="parTrans" cxnId="{F6C7D970-99D3-47D7-AE3A-F3664878EB01}">
      <dgm:prSet/>
      <dgm:spPr/>
      <dgm:t>
        <a:bodyPr/>
        <a:lstStyle/>
        <a:p>
          <a:endParaRPr lang="en-US"/>
        </a:p>
      </dgm:t>
    </dgm:pt>
    <dgm:pt modelId="{771E8DA1-11C8-4294-BC9F-B71619B9D310}" type="pres">
      <dgm:prSet presAssocID="{28969847-CBFA-452B-8986-B742C27909B2}" presName="cycle" presStyleCnt="0">
        <dgm:presLayoutVars>
          <dgm:dir/>
          <dgm:resizeHandles val="exact"/>
        </dgm:presLayoutVars>
      </dgm:prSet>
      <dgm:spPr/>
    </dgm:pt>
    <dgm:pt modelId="{EE766449-9687-4DBA-9502-81AA35F47D71}" type="pres">
      <dgm:prSet presAssocID="{5624949D-6E5C-4A06-9CC1-C6D83AFA6C3B}" presName="node" presStyleLbl="node1" presStyleIdx="0" presStyleCnt="4" custScaleX="132987">
        <dgm:presLayoutVars>
          <dgm:bulletEnabled val="1"/>
        </dgm:presLayoutVars>
      </dgm:prSet>
      <dgm:spPr/>
    </dgm:pt>
    <dgm:pt modelId="{A60D836F-3EE9-4FEC-A487-46168045553A}" type="pres">
      <dgm:prSet presAssocID="{0DAC5D1A-F7CB-46D2-8A00-1AEF61C3971C}" presName="sibTrans" presStyleLbl="sibTrans2D1" presStyleIdx="0" presStyleCnt="4"/>
      <dgm:spPr/>
    </dgm:pt>
    <dgm:pt modelId="{400375DA-00B7-4E66-BB76-E3BE7DA895D3}" type="pres">
      <dgm:prSet presAssocID="{0DAC5D1A-F7CB-46D2-8A00-1AEF61C3971C}" presName="connectorText" presStyleLbl="sibTrans2D1" presStyleIdx="0" presStyleCnt="4"/>
      <dgm:spPr/>
    </dgm:pt>
    <dgm:pt modelId="{56911CA5-BA6C-40F4-BB1F-EB23CFA32C3A}" type="pres">
      <dgm:prSet presAssocID="{16980957-5488-49D0-9115-5B63C8C30FE2}" presName="node" presStyleLbl="node1" presStyleIdx="1" presStyleCnt="4" custScaleX="139183" custScaleY="116873">
        <dgm:presLayoutVars>
          <dgm:bulletEnabled val="1"/>
        </dgm:presLayoutVars>
      </dgm:prSet>
      <dgm:spPr/>
    </dgm:pt>
    <dgm:pt modelId="{A8657C82-318F-4300-AFB0-9502B2FE9B6C}" type="pres">
      <dgm:prSet presAssocID="{C2FCFFF0-867E-46E0-B4FB-03DB5F88DBF0}" presName="sibTrans" presStyleLbl="sibTrans2D1" presStyleIdx="1" presStyleCnt="4"/>
      <dgm:spPr/>
    </dgm:pt>
    <dgm:pt modelId="{77A3036A-430F-489A-AB34-472468CF5898}" type="pres">
      <dgm:prSet presAssocID="{C2FCFFF0-867E-46E0-B4FB-03DB5F88DBF0}" presName="connectorText" presStyleLbl="sibTrans2D1" presStyleIdx="1" presStyleCnt="4"/>
      <dgm:spPr/>
    </dgm:pt>
    <dgm:pt modelId="{AC174975-04FA-4751-A7DF-9F68F973EC34}" type="pres">
      <dgm:prSet presAssocID="{A811FEB9-9345-4916-B5C1-B1952CB721CE}" presName="node" presStyleLbl="node1" presStyleIdx="2" presStyleCnt="4" custScaleX="137930">
        <dgm:presLayoutVars>
          <dgm:bulletEnabled val="1"/>
        </dgm:presLayoutVars>
      </dgm:prSet>
      <dgm:spPr/>
    </dgm:pt>
    <dgm:pt modelId="{7D84F260-CAAF-4AA3-89EB-5790D23F2783}" type="pres">
      <dgm:prSet presAssocID="{73E69A27-6E12-47C9-B414-142E01A6EE94}" presName="sibTrans" presStyleLbl="sibTrans2D1" presStyleIdx="2" presStyleCnt="4"/>
      <dgm:spPr/>
    </dgm:pt>
    <dgm:pt modelId="{9BA33FF3-4198-482E-A6F9-9668CC77E54D}" type="pres">
      <dgm:prSet presAssocID="{73E69A27-6E12-47C9-B414-142E01A6EE94}" presName="connectorText" presStyleLbl="sibTrans2D1" presStyleIdx="2" presStyleCnt="4"/>
      <dgm:spPr/>
    </dgm:pt>
    <dgm:pt modelId="{D2ABF60E-C7A0-4206-9939-1ED581B989D5}" type="pres">
      <dgm:prSet presAssocID="{6249DF03-D993-42FC-892E-F72A4668063A}" presName="node" presStyleLbl="node1" presStyleIdx="3" presStyleCnt="4" custScaleX="160257" custScaleY="113578">
        <dgm:presLayoutVars>
          <dgm:bulletEnabled val="1"/>
        </dgm:presLayoutVars>
      </dgm:prSet>
      <dgm:spPr/>
    </dgm:pt>
    <dgm:pt modelId="{2D39A7DF-CB27-4CF0-8D39-F820007F8798}" type="pres">
      <dgm:prSet presAssocID="{D3E30C5E-6BE5-4339-8A0A-3DCC31F9EA2E}" presName="sibTrans" presStyleLbl="sibTrans2D1" presStyleIdx="3" presStyleCnt="4"/>
      <dgm:spPr/>
    </dgm:pt>
    <dgm:pt modelId="{C03FB095-E8F6-4BA8-9679-675D9E10E87F}" type="pres">
      <dgm:prSet presAssocID="{D3E30C5E-6BE5-4339-8A0A-3DCC31F9EA2E}" presName="connectorText" presStyleLbl="sibTrans2D1" presStyleIdx="3" presStyleCnt="4"/>
      <dgm:spPr/>
    </dgm:pt>
  </dgm:ptLst>
  <dgm:cxnLst>
    <dgm:cxn modelId="{CA083913-A4F3-4461-8CA4-FA73C33B3EC2}" type="presOf" srcId="{0DAC5D1A-F7CB-46D2-8A00-1AEF61C3971C}" destId="{A60D836F-3EE9-4FEC-A487-46168045553A}" srcOrd="0" destOrd="0" presId="urn:microsoft.com/office/officeart/2005/8/layout/cycle2"/>
    <dgm:cxn modelId="{303F3222-305A-4D54-ADE5-5B2168EFD728}" type="presOf" srcId="{D3E30C5E-6BE5-4339-8A0A-3DCC31F9EA2E}" destId="{2D39A7DF-CB27-4CF0-8D39-F820007F8798}" srcOrd="0" destOrd="0" presId="urn:microsoft.com/office/officeart/2005/8/layout/cycle2"/>
    <dgm:cxn modelId="{EF217123-A818-4FC8-B0A1-A231BAE0551E}" type="presOf" srcId="{73E69A27-6E12-47C9-B414-142E01A6EE94}" destId="{7D84F260-CAAF-4AA3-89EB-5790D23F2783}" srcOrd="0" destOrd="0" presId="urn:microsoft.com/office/officeart/2005/8/layout/cycle2"/>
    <dgm:cxn modelId="{7229BA2A-6CF0-4AAA-AC43-07BC665196CC}" type="presOf" srcId="{D3E30C5E-6BE5-4339-8A0A-3DCC31F9EA2E}" destId="{C03FB095-E8F6-4BA8-9679-675D9E10E87F}" srcOrd="1" destOrd="0" presId="urn:microsoft.com/office/officeart/2005/8/layout/cycle2"/>
    <dgm:cxn modelId="{12BBEF3F-B71E-4119-940D-2D61C877B52E}" type="presOf" srcId="{C2FCFFF0-867E-46E0-B4FB-03DB5F88DBF0}" destId="{77A3036A-430F-489A-AB34-472468CF5898}" srcOrd="1" destOrd="0" presId="urn:microsoft.com/office/officeart/2005/8/layout/cycle2"/>
    <dgm:cxn modelId="{1908F55F-CCAE-4715-B663-5CC7FB0A8A04}" type="presOf" srcId="{6249DF03-D993-42FC-892E-F72A4668063A}" destId="{D2ABF60E-C7A0-4206-9939-1ED581B989D5}" srcOrd="0" destOrd="0" presId="urn:microsoft.com/office/officeart/2005/8/layout/cycle2"/>
    <dgm:cxn modelId="{F0A37843-5200-4616-ABCE-83C073D490CD}" type="presOf" srcId="{28969847-CBFA-452B-8986-B742C27909B2}" destId="{771E8DA1-11C8-4294-BC9F-B71619B9D310}" srcOrd="0" destOrd="0" presId="urn:microsoft.com/office/officeart/2005/8/layout/cycle2"/>
    <dgm:cxn modelId="{F6C7D970-99D3-47D7-AE3A-F3664878EB01}" srcId="{28969847-CBFA-452B-8986-B742C27909B2}" destId="{A811FEB9-9345-4916-B5C1-B1952CB721CE}" srcOrd="2" destOrd="0" parTransId="{D4DAA05E-F0D9-47E3-BCBD-D076DBB0DB7A}" sibTransId="{73E69A27-6E12-47C9-B414-142E01A6EE94}"/>
    <dgm:cxn modelId="{753D5872-2435-40BD-8A08-7DBB8B7927A5}" type="presOf" srcId="{16980957-5488-49D0-9115-5B63C8C30FE2}" destId="{56911CA5-BA6C-40F4-BB1F-EB23CFA32C3A}" srcOrd="0" destOrd="0" presId="urn:microsoft.com/office/officeart/2005/8/layout/cycle2"/>
    <dgm:cxn modelId="{75F8338A-9DB5-4A7E-A41F-5582960187DA}" srcId="{28969847-CBFA-452B-8986-B742C27909B2}" destId="{6249DF03-D993-42FC-892E-F72A4668063A}" srcOrd="3" destOrd="0" parTransId="{06BAB69E-2F52-4469-9063-4F2312600658}" sibTransId="{D3E30C5E-6BE5-4339-8A0A-3DCC31F9EA2E}"/>
    <dgm:cxn modelId="{AAE4D39F-FB8F-45AC-A261-200CD8B6398B}" srcId="{28969847-CBFA-452B-8986-B742C27909B2}" destId="{5624949D-6E5C-4A06-9CC1-C6D83AFA6C3B}" srcOrd="0" destOrd="0" parTransId="{A6EDD175-B688-4432-ADA1-8652A211B026}" sibTransId="{0DAC5D1A-F7CB-46D2-8A00-1AEF61C3971C}"/>
    <dgm:cxn modelId="{6A0727AE-ACF8-4514-AE98-4C1C0A06AA4F}" type="presOf" srcId="{5624949D-6E5C-4A06-9CC1-C6D83AFA6C3B}" destId="{EE766449-9687-4DBA-9502-81AA35F47D71}" srcOrd="0" destOrd="0" presId="urn:microsoft.com/office/officeart/2005/8/layout/cycle2"/>
    <dgm:cxn modelId="{1564C7C2-96A6-4E94-91D8-E34F0EE34B84}" type="presOf" srcId="{A811FEB9-9345-4916-B5C1-B1952CB721CE}" destId="{AC174975-04FA-4751-A7DF-9F68F973EC34}" srcOrd="0" destOrd="0" presId="urn:microsoft.com/office/officeart/2005/8/layout/cycle2"/>
    <dgm:cxn modelId="{FFC6A6D6-BD5C-4FC4-8072-D9A1201775A5}" srcId="{28969847-CBFA-452B-8986-B742C27909B2}" destId="{16980957-5488-49D0-9115-5B63C8C30FE2}" srcOrd="1" destOrd="0" parTransId="{725341C1-0F99-43C5-AA1B-732C991838BE}" sibTransId="{C2FCFFF0-867E-46E0-B4FB-03DB5F88DBF0}"/>
    <dgm:cxn modelId="{415703D8-A022-49A8-A78E-560FEFCA2DF1}" type="presOf" srcId="{0DAC5D1A-F7CB-46D2-8A00-1AEF61C3971C}" destId="{400375DA-00B7-4E66-BB76-E3BE7DA895D3}" srcOrd="1" destOrd="0" presId="urn:microsoft.com/office/officeart/2005/8/layout/cycle2"/>
    <dgm:cxn modelId="{349FECDA-B402-4AAD-849E-CC3F66FC6203}" type="presOf" srcId="{73E69A27-6E12-47C9-B414-142E01A6EE94}" destId="{9BA33FF3-4198-482E-A6F9-9668CC77E54D}" srcOrd="1" destOrd="0" presId="urn:microsoft.com/office/officeart/2005/8/layout/cycle2"/>
    <dgm:cxn modelId="{6EC9F4FD-542C-43D0-93EE-A9144F4470D1}" type="presOf" srcId="{C2FCFFF0-867E-46E0-B4FB-03DB5F88DBF0}" destId="{A8657C82-318F-4300-AFB0-9502B2FE9B6C}" srcOrd="0" destOrd="0" presId="urn:microsoft.com/office/officeart/2005/8/layout/cycle2"/>
    <dgm:cxn modelId="{C8ECA9B7-1545-41C3-BFD0-4A468518530C}" type="presParOf" srcId="{771E8DA1-11C8-4294-BC9F-B71619B9D310}" destId="{EE766449-9687-4DBA-9502-81AA35F47D71}" srcOrd="0" destOrd="0" presId="urn:microsoft.com/office/officeart/2005/8/layout/cycle2"/>
    <dgm:cxn modelId="{D62EC30E-B54E-4277-A1FC-4D3C3679F819}" type="presParOf" srcId="{771E8DA1-11C8-4294-BC9F-B71619B9D310}" destId="{A60D836F-3EE9-4FEC-A487-46168045553A}" srcOrd="1" destOrd="0" presId="urn:microsoft.com/office/officeart/2005/8/layout/cycle2"/>
    <dgm:cxn modelId="{8E0964A6-41B3-47F1-B83F-A4A746F983EE}" type="presParOf" srcId="{A60D836F-3EE9-4FEC-A487-46168045553A}" destId="{400375DA-00B7-4E66-BB76-E3BE7DA895D3}" srcOrd="0" destOrd="0" presId="urn:microsoft.com/office/officeart/2005/8/layout/cycle2"/>
    <dgm:cxn modelId="{E5EB74D0-B64F-468C-B01F-B88D4CC7A701}" type="presParOf" srcId="{771E8DA1-11C8-4294-BC9F-B71619B9D310}" destId="{56911CA5-BA6C-40F4-BB1F-EB23CFA32C3A}" srcOrd="2" destOrd="0" presId="urn:microsoft.com/office/officeart/2005/8/layout/cycle2"/>
    <dgm:cxn modelId="{542D1555-3211-4693-AE68-190FEAA7F80D}" type="presParOf" srcId="{771E8DA1-11C8-4294-BC9F-B71619B9D310}" destId="{A8657C82-318F-4300-AFB0-9502B2FE9B6C}" srcOrd="3" destOrd="0" presId="urn:microsoft.com/office/officeart/2005/8/layout/cycle2"/>
    <dgm:cxn modelId="{8C50D394-89BF-4781-9799-A28EFED0A8C1}" type="presParOf" srcId="{A8657C82-318F-4300-AFB0-9502B2FE9B6C}" destId="{77A3036A-430F-489A-AB34-472468CF5898}" srcOrd="0" destOrd="0" presId="urn:microsoft.com/office/officeart/2005/8/layout/cycle2"/>
    <dgm:cxn modelId="{B2FA5E9D-A282-4C47-B9FE-FBE371528F29}" type="presParOf" srcId="{771E8DA1-11C8-4294-BC9F-B71619B9D310}" destId="{AC174975-04FA-4751-A7DF-9F68F973EC34}" srcOrd="4" destOrd="0" presId="urn:microsoft.com/office/officeart/2005/8/layout/cycle2"/>
    <dgm:cxn modelId="{18ED0A51-D10D-4969-B487-B4032D70B1A9}" type="presParOf" srcId="{771E8DA1-11C8-4294-BC9F-B71619B9D310}" destId="{7D84F260-CAAF-4AA3-89EB-5790D23F2783}" srcOrd="5" destOrd="0" presId="urn:microsoft.com/office/officeart/2005/8/layout/cycle2"/>
    <dgm:cxn modelId="{2F84E443-1900-493D-B459-69D08C689638}" type="presParOf" srcId="{7D84F260-CAAF-4AA3-89EB-5790D23F2783}" destId="{9BA33FF3-4198-482E-A6F9-9668CC77E54D}" srcOrd="0" destOrd="0" presId="urn:microsoft.com/office/officeart/2005/8/layout/cycle2"/>
    <dgm:cxn modelId="{ED63ED77-7784-430F-B188-B7E35CB486B4}" type="presParOf" srcId="{771E8DA1-11C8-4294-BC9F-B71619B9D310}" destId="{D2ABF60E-C7A0-4206-9939-1ED581B989D5}" srcOrd="6" destOrd="0" presId="urn:microsoft.com/office/officeart/2005/8/layout/cycle2"/>
    <dgm:cxn modelId="{2C06A5FF-63E0-4C5D-A878-165C12BFDB62}" type="presParOf" srcId="{771E8DA1-11C8-4294-BC9F-B71619B9D310}" destId="{2D39A7DF-CB27-4CF0-8D39-F820007F8798}" srcOrd="7" destOrd="0" presId="urn:microsoft.com/office/officeart/2005/8/layout/cycle2"/>
    <dgm:cxn modelId="{A6B9FDC6-F958-4B23-8B89-DB2A09E59755}" type="presParOf" srcId="{2D39A7DF-CB27-4CF0-8D39-F820007F8798}" destId="{C03FB095-E8F6-4BA8-9679-675D9E10E87F}"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766449-9687-4DBA-9502-81AA35F47D71}">
      <dsp:nvSpPr>
        <dsp:cNvPr id="0" name=""/>
        <dsp:cNvSpPr/>
      </dsp:nvSpPr>
      <dsp:spPr>
        <a:xfrm>
          <a:off x="3002148" y="1442"/>
          <a:ext cx="2306451" cy="1734343"/>
        </a:xfrm>
        <a:prstGeom prst="ellipse">
          <a:avLst/>
        </a:prstGeom>
        <a:solidFill>
          <a:srgbClr val="88287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b="1" kern="1200"/>
            <a:t>Data Cleaning</a:t>
          </a:r>
          <a:endParaRPr lang="en-US" sz="2000" b="1" kern="1200"/>
        </a:p>
      </dsp:txBody>
      <dsp:txXfrm>
        <a:off x="3339920" y="255431"/>
        <a:ext cx="1630907" cy="1226365"/>
      </dsp:txXfrm>
    </dsp:sp>
    <dsp:sp modelId="{A60D836F-3EE9-4FEC-A487-46168045553A}">
      <dsp:nvSpPr>
        <dsp:cNvPr id="0" name=""/>
        <dsp:cNvSpPr/>
      </dsp:nvSpPr>
      <dsp:spPr>
        <a:xfrm rot="2700000">
          <a:off x="4889411" y="1449201"/>
          <a:ext cx="278441" cy="585341"/>
        </a:xfrm>
        <a:prstGeom prst="rightArrow">
          <a:avLst>
            <a:gd name="adj1" fmla="val 60000"/>
            <a:gd name="adj2" fmla="val 50000"/>
          </a:avLst>
        </a:prstGeom>
        <a:solidFill>
          <a:srgbClr val="E3A1DB"/>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4901644" y="1536736"/>
        <a:ext cx="194909" cy="351205"/>
      </dsp:txXfrm>
    </dsp:sp>
    <dsp:sp modelId="{56911CA5-BA6C-40F4-BB1F-EB23CFA32C3A}">
      <dsp:nvSpPr>
        <dsp:cNvPr id="0" name=""/>
        <dsp:cNvSpPr/>
      </dsp:nvSpPr>
      <dsp:spPr>
        <a:xfrm>
          <a:off x="4789137" y="1695843"/>
          <a:ext cx="2413911" cy="2026979"/>
        </a:xfrm>
        <a:prstGeom prst="ellipse">
          <a:avLst/>
        </a:prstGeom>
        <a:solidFill>
          <a:srgbClr val="88287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b="1" kern="1200"/>
            <a:t>Data Transformation </a:t>
          </a:r>
          <a:r>
            <a:rPr lang="en-GB" sz="1100" kern="1200"/>
            <a:t>Formatting and Formulas</a:t>
          </a:r>
          <a:endParaRPr lang="en-US" sz="1400" kern="1200"/>
        </a:p>
      </dsp:txBody>
      <dsp:txXfrm>
        <a:off x="5142646" y="1992687"/>
        <a:ext cx="1706893" cy="1433291"/>
      </dsp:txXfrm>
    </dsp:sp>
    <dsp:sp modelId="{A8657C82-318F-4300-AFB0-9502B2FE9B6C}">
      <dsp:nvSpPr>
        <dsp:cNvPr id="0" name=""/>
        <dsp:cNvSpPr/>
      </dsp:nvSpPr>
      <dsp:spPr>
        <a:xfrm rot="8100000">
          <a:off x="4908278" y="3368623"/>
          <a:ext cx="271708" cy="585341"/>
        </a:xfrm>
        <a:prstGeom prst="rightArrow">
          <a:avLst>
            <a:gd name="adj1" fmla="val 60000"/>
            <a:gd name="adj2" fmla="val 50000"/>
          </a:avLst>
        </a:prstGeom>
        <a:solidFill>
          <a:srgbClr val="E3A1DB"/>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rot="10800000">
        <a:off x="4977853" y="3456872"/>
        <a:ext cx="190196" cy="351205"/>
      </dsp:txXfrm>
    </dsp:sp>
    <dsp:sp modelId="{AC174975-04FA-4751-A7DF-9F68F973EC34}">
      <dsp:nvSpPr>
        <dsp:cNvPr id="0" name=""/>
        <dsp:cNvSpPr/>
      </dsp:nvSpPr>
      <dsp:spPr>
        <a:xfrm>
          <a:off x="2959283" y="3682880"/>
          <a:ext cx="2392180" cy="1734343"/>
        </a:xfrm>
        <a:prstGeom prst="ellipse">
          <a:avLst/>
        </a:prstGeom>
        <a:solidFill>
          <a:srgbClr val="88287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b="1" kern="1200"/>
            <a:t>Analysis</a:t>
          </a:r>
          <a:r>
            <a:rPr lang="en-GB" sz="2200" kern="1200"/>
            <a:t>      </a:t>
          </a:r>
          <a:r>
            <a:rPr lang="en-GB" sz="1200" kern="1200"/>
            <a:t>Pivot Table and Charts</a:t>
          </a:r>
          <a:endParaRPr lang="en-US" sz="1200" kern="1200"/>
        </a:p>
      </dsp:txBody>
      <dsp:txXfrm>
        <a:off x="3309610" y="3936869"/>
        <a:ext cx="1691526" cy="1226365"/>
      </dsp:txXfrm>
    </dsp:sp>
    <dsp:sp modelId="{7D84F260-CAAF-4AA3-89EB-5790D23F2783}">
      <dsp:nvSpPr>
        <dsp:cNvPr id="0" name=""/>
        <dsp:cNvSpPr/>
      </dsp:nvSpPr>
      <dsp:spPr>
        <a:xfrm rot="13500000">
          <a:off x="3165212" y="3392798"/>
          <a:ext cx="251155" cy="585341"/>
        </a:xfrm>
        <a:prstGeom prst="rightArrow">
          <a:avLst>
            <a:gd name="adj1" fmla="val 60000"/>
            <a:gd name="adj2" fmla="val 50000"/>
          </a:avLst>
        </a:prstGeom>
        <a:solidFill>
          <a:srgbClr val="E3A1DB"/>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rot="10800000">
        <a:off x="3229524" y="3536505"/>
        <a:ext cx="175809" cy="351205"/>
      </dsp:txXfrm>
    </dsp:sp>
    <dsp:sp modelId="{D2ABF60E-C7A0-4206-9939-1ED581B989D5}">
      <dsp:nvSpPr>
        <dsp:cNvPr id="0" name=""/>
        <dsp:cNvSpPr/>
      </dsp:nvSpPr>
      <dsp:spPr>
        <a:xfrm>
          <a:off x="924950" y="1724417"/>
          <a:ext cx="2779407" cy="1969832"/>
        </a:xfrm>
        <a:prstGeom prst="ellipse">
          <a:avLst/>
        </a:prstGeom>
        <a:solidFill>
          <a:srgbClr val="88287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b="1" kern="1200"/>
            <a:t>Insights/ Conclusion</a:t>
          </a:r>
          <a:endParaRPr lang="en-US" sz="2000" b="1" kern="1200"/>
        </a:p>
      </dsp:txBody>
      <dsp:txXfrm>
        <a:off x="1331985" y="2012892"/>
        <a:ext cx="1965337" cy="1392882"/>
      </dsp:txXfrm>
    </dsp:sp>
    <dsp:sp modelId="{2D39A7DF-CB27-4CF0-8D39-F820007F8798}">
      <dsp:nvSpPr>
        <dsp:cNvPr id="0" name=""/>
        <dsp:cNvSpPr/>
      </dsp:nvSpPr>
      <dsp:spPr>
        <a:xfrm rot="18900000">
          <a:off x="3156149" y="1446223"/>
          <a:ext cx="257887" cy="585341"/>
        </a:xfrm>
        <a:prstGeom prst="rightArrow">
          <a:avLst>
            <a:gd name="adj1" fmla="val 60000"/>
            <a:gd name="adj2" fmla="val 50000"/>
          </a:avLst>
        </a:prstGeom>
        <a:solidFill>
          <a:srgbClr val="E3A1DB"/>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3167479" y="1590644"/>
        <a:ext cx="180521" cy="351205"/>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11/4/2025</a:t>
            </a:fld>
            <a:endParaRPr lang="en-US"/>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A894A48D-3417-BE20-3062-A366096904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AC9ED954-709D-51DC-3EA0-0E06FE1D72A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1F57F2FB-2942-7663-E6DB-E3A976549D5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ED31FE42-8AA6-DC9C-5EE7-8737143C1DD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58D246-FB21-4ACB-9068-6447CC7872F8}" type="datetimeFigureOut">
              <a:rPr lang="en-US" smtClean="0"/>
              <a:t>11/4/2025</a:t>
            </a:fld>
            <a:endParaRPr lang="en-US"/>
          </a:p>
        </p:txBody>
      </p:sp>
      <p:sp>
        <p:nvSpPr>
          <p:cNvPr id="12" name="Notes Placeholder 11">
            <a:extLst>
              <a:ext uri="{FF2B5EF4-FFF2-40B4-BE49-F238E27FC236}">
                <a16:creationId xmlns:a16="http://schemas.microsoft.com/office/drawing/2014/main" id="{5F659C92-43C4-05C5-9170-5CF256AF9975}"/>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74923A81-0599-8ECF-BDF0-A4898D46829C}"/>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F3159-94EB-4F6B-8273-09F1A6B019E6}"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a:p>
        </p:txBody>
      </p:sp>
    </p:spTree>
    <p:extLst>
      <p:ext uri="{BB962C8B-B14F-4D97-AF65-F5344CB8AC3E}">
        <p14:creationId xmlns:p14="http://schemas.microsoft.com/office/powerpoint/2010/main" val="371288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a:t>
            </a:fld>
            <a:endParaRPr lang="en-US" altLang="zh-CN" noProof="0"/>
          </a:p>
        </p:txBody>
      </p:sp>
    </p:spTree>
    <p:extLst>
      <p:ext uri="{BB962C8B-B14F-4D97-AF65-F5344CB8AC3E}">
        <p14:creationId xmlns:p14="http://schemas.microsoft.com/office/powerpoint/2010/main" val="3235818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a:t>
            </a:fld>
            <a:endParaRPr lang="en-US" altLang="zh-CN" noProof="0"/>
          </a:p>
        </p:txBody>
      </p:sp>
    </p:spTree>
    <p:extLst>
      <p:ext uri="{BB962C8B-B14F-4D97-AF65-F5344CB8AC3E}">
        <p14:creationId xmlns:p14="http://schemas.microsoft.com/office/powerpoint/2010/main" val="9143740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4</a:t>
            </a:fld>
            <a:endParaRPr lang="en-US" altLang="zh-CN" noProof="0"/>
          </a:p>
        </p:txBody>
      </p:sp>
    </p:spTree>
    <p:extLst>
      <p:ext uri="{BB962C8B-B14F-4D97-AF65-F5344CB8AC3E}">
        <p14:creationId xmlns:p14="http://schemas.microsoft.com/office/powerpoint/2010/main" val="2224161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a:p>
        </p:txBody>
      </p:sp>
    </p:spTree>
    <p:extLst>
      <p:ext uri="{BB962C8B-B14F-4D97-AF65-F5344CB8AC3E}">
        <p14:creationId xmlns:p14="http://schemas.microsoft.com/office/powerpoint/2010/main" val="7458762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a:p>
        </p:txBody>
      </p:sp>
    </p:spTree>
    <p:extLst>
      <p:ext uri="{BB962C8B-B14F-4D97-AF65-F5344CB8AC3E}">
        <p14:creationId xmlns:p14="http://schemas.microsoft.com/office/powerpoint/2010/main" val="7852039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a:p>
        </p:txBody>
      </p:sp>
    </p:spTree>
    <p:extLst>
      <p:ext uri="{BB962C8B-B14F-4D97-AF65-F5344CB8AC3E}">
        <p14:creationId xmlns:p14="http://schemas.microsoft.com/office/powerpoint/2010/main" val="42257101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a:p>
        </p:txBody>
      </p:sp>
    </p:spTree>
    <p:extLst>
      <p:ext uri="{BB962C8B-B14F-4D97-AF65-F5344CB8AC3E}">
        <p14:creationId xmlns:p14="http://schemas.microsoft.com/office/powerpoint/2010/main" val="708214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a:p>
        </p:txBody>
      </p:sp>
    </p:spTree>
    <p:extLst>
      <p:ext uri="{BB962C8B-B14F-4D97-AF65-F5344CB8AC3E}">
        <p14:creationId xmlns:p14="http://schemas.microsoft.com/office/powerpoint/2010/main" val="3209656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a:p>
        </p:txBody>
      </p:sp>
    </p:spTree>
    <p:extLst>
      <p:ext uri="{BB962C8B-B14F-4D97-AF65-F5344CB8AC3E}">
        <p14:creationId xmlns:p14="http://schemas.microsoft.com/office/powerpoint/2010/main" val="3907749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a:p>
        </p:txBody>
      </p:sp>
    </p:spTree>
    <p:extLst>
      <p:ext uri="{BB962C8B-B14F-4D97-AF65-F5344CB8AC3E}">
        <p14:creationId xmlns:p14="http://schemas.microsoft.com/office/powerpoint/2010/main" val="3651737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12</a:t>
            </a:fld>
            <a:endParaRPr lang="en-US" altLang="zh-CN" noProof="0"/>
          </a:p>
        </p:txBody>
      </p:sp>
    </p:spTree>
    <p:extLst>
      <p:ext uri="{BB962C8B-B14F-4D97-AF65-F5344CB8AC3E}">
        <p14:creationId xmlns:p14="http://schemas.microsoft.com/office/powerpoint/2010/main" val="19064248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a:p>
        </p:txBody>
      </p:sp>
    </p:spTree>
    <p:extLst>
      <p:ext uri="{BB962C8B-B14F-4D97-AF65-F5344CB8AC3E}">
        <p14:creationId xmlns:p14="http://schemas.microsoft.com/office/powerpoint/2010/main" val="3333899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14</a:t>
            </a:fld>
            <a:endParaRPr lang="en-US" altLang="zh-CN" noProof="0"/>
          </a:p>
        </p:txBody>
      </p:sp>
    </p:spTree>
    <p:extLst>
      <p:ext uri="{BB962C8B-B14F-4D97-AF65-F5344CB8AC3E}">
        <p14:creationId xmlns:p14="http://schemas.microsoft.com/office/powerpoint/2010/main" val="2342898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a:t>Click to edit Master title style</a:t>
            </a:r>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endParaRPr lang="en-US" altLang="zh-CN" noProof="0"/>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1"/>
      </p:bgRef>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p>
        </p:txBody>
      </p:sp>
    </p:spTree>
    <p:extLst>
      <p:ext uri="{BB962C8B-B14F-4D97-AF65-F5344CB8AC3E}">
        <p14:creationId xmlns:p14="http://schemas.microsoft.com/office/powerpoint/2010/main" val="8620970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528">
          <p15:clr>
            <a:srgbClr val="FBAE40"/>
          </p15:clr>
        </p15:guide>
        <p15:guide id="2"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p>
        </p:txBody>
      </p:sp>
      <p:sp>
        <p:nvSpPr>
          <p:cNvPr id="8" name="Rectangle 7">
            <a:extLst>
              <a:ext uri="{FF2B5EF4-FFF2-40B4-BE49-F238E27FC236}">
                <a16:creationId xmlns:a16="http://schemas.microsoft.com/office/drawing/2014/main" id="{C48FED78-2757-400E-964A-C16B85004C7A}"/>
              </a:ext>
            </a:extLst>
          </p:cNvPr>
          <p:cNvSpPr/>
          <p:nvPr userDrawn="1"/>
        </p:nvSpPr>
        <p:spPr>
          <a:xfrm>
            <a:off x="-14116" y="274955"/>
            <a:ext cx="12206115" cy="36512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a:xfrm>
            <a:off x="11306463" y="274954"/>
            <a:ext cx="458592" cy="365125"/>
          </a:xfrm>
        </p:spPr>
        <p:txBody>
          <a:bodyPr>
            <a:noAutofit/>
          </a:bodyPr>
          <a:lstStyle>
            <a:lvl1pPr>
              <a:defRPr>
                <a:solidFill>
                  <a:schemeClr val="bg1"/>
                </a:solidFill>
              </a:defRPr>
            </a:lvl1pPr>
          </a:lstStyle>
          <a:p>
            <a:r>
              <a:rPr lang="en-US" altLang="zh-CN"/>
              <a:t>3</a:t>
            </a:r>
          </a:p>
        </p:txBody>
      </p:sp>
      <p:sp>
        <p:nvSpPr>
          <p:cNvPr id="2" name="TextBox 1">
            <a:extLst>
              <a:ext uri="{FF2B5EF4-FFF2-40B4-BE49-F238E27FC236}">
                <a16:creationId xmlns:a16="http://schemas.microsoft.com/office/drawing/2014/main" id="{59E687D5-A220-462C-8C1C-1A8C135D9E5C}"/>
              </a:ext>
            </a:extLst>
          </p:cNvPr>
          <p:cNvSpPr txBox="1"/>
          <p:nvPr userDrawn="1"/>
        </p:nvSpPr>
        <p:spPr>
          <a:xfrm>
            <a:off x="0" y="274954"/>
            <a:ext cx="5438274" cy="646331"/>
          </a:xfrm>
          <a:prstGeom prst="rect">
            <a:avLst/>
          </a:prstGeom>
        </p:spPr>
        <p:txBody>
          <a:bodyPr wrap="square" rtlCol="0">
            <a:spAutoFit/>
          </a:bodyPr>
          <a:lstStyle/>
          <a:p>
            <a:pPr marL="0" indent="0" algn="l">
              <a:lnSpc>
                <a:spcPct val="100000"/>
              </a:lnSpc>
              <a:spcBef>
                <a:spcPts val="0"/>
              </a:spcBef>
              <a:buFontTx/>
              <a:buNone/>
            </a:pPr>
            <a:endParaRPr lang="en-US" sz="1800">
              <a:solidFill>
                <a:prstClr val="white"/>
              </a:solidFill>
              <a:latin typeface="Posterama" panose="020B0504020200020000" pitchFamily="34" charset="0"/>
              <a:ea typeface="微软雅黑"/>
              <a:cs typeface="Posterama" panose="020B0504020200020000" pitchFamily="34" charset="0"/>
            </a:endParaRPr>
          </a:p>
          <a:p>
            <a:pPr marL="0" indent="0" algn="l">
              <a:lnSpc>
                <a:spcPct val="100000"/>
              </a:lnSpc>
              <a:spcBef>
                <a:spcPts val="0"/>
              </a:spcBef>
              <a:buFontTx/>
              <a:buNone/>
            </a:pPr>
            <a:endParaRPr lang="en-US" sz="1800">
              <a:solidFill>
                <a:prstClr val="white"/>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416125984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a:t>Click to edit </a:t>
            </a:r>
            <a:r>
              <a:rPr lang="en-US" altLang="zh-CN"/>
              <a:t>Text</a:t>
            </a:r>
            <a:r>
              <a:rPr lang="zh-CN" altLang="en-US"/>
              <a:t> </a:t>
            </a:r>
            <a:r>
              <a:rPr lang="en-US"/>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a:t>Click to edit Master title style</a:t>
            </a:r>
            <a:endParaRPr lang="zh-CN" altLang="en-US"/>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a:t>Click to edit Master title style</a:t>
            </a:r>
            <a:endParaRPr lang="zh-CN" altLang="en-US"/>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a:t>Click to edit Master title style</a:t>
            </a:r>
            <a:endParaRPr lang="zh-CN" altLang="en-US"/>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a:t>Click to edit Master title style</a:t>
            </a:r>
            <a:endParaRPr lang="zh-CN" altLang="en-US"/>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a:t>Click to edit Master title style</a:t>
            </a:r>
            <a:endParaRPr lang="zh-CN" altLang="en-US"/>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p15:clr>
            <a:srgbClr val="F26B43"/>
          </p15:clr>
        </p15:guide>
        <p15:guide id="2" pos="3840">
          <p15:clr>
            <a:srgbClr val="F26B43"/>
          </p15:clr>
        </p15:guide>
        <p15:guide id="3" pos="5640">
          <p15:clr>
            <a:srgbClr val="F26B43"/>
          </p15:clr>
        </p15:guide>
        <p15:guide id="4" pos="1656">
          <p15:clr>
            <a:srgbClr val="F26B43"/>
          </p15:clr>
        </p15:guide>
        <p15:guide id="5" pos="52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chart" Target="../charts/chart5.xml"/><Relationship Id="rId4" Type="http://schemas.openxmlformats.org/officeDocument/2006/relationships/chart" Target="../charts/chart4.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chart" Target="../charts/chart8.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Shape 11">
            <a:extLst>
              <a:ext uri="{FF2B5EF4-FFF2-40B4-BE49-F238E27FC236}">
                <a16:creationId xmlns:a16="http://schemas.microsoft.com/office/drawing/2014/main" id="{E5D4DE6D-89C8-6FFF-287D-3F3BAD416CA1}"/>
              </a:ext>
              <a:ext uri="{C183D7F6-B498-43B3-948B-1728B52AA6E4}">
                <adec:decorative xmlns:adec="http://schemas.microsoft.com/office/drawing/2017/decorative" val="1"/>
              </a:ext>
            </a:extLst>
          </p:cNvPr>
          <p:cNvSpPr/>
          <p:nvPr/>
        </p:nvSpPr>
        <p:spPr>
          <a:xfrm>
            <a:off x="5974436" y="3694919"/>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4188542" y="5862861"/>
            <a:ext cx="1470719" cy="213474"/>
          </a:xfrm>
        </p:spPr>
        <p:txBody>
          <a:bodyPr vert="horz" lIns="91440" tIns="45720" rIns="91440" bIns="45720" rtlCol="0" anchor="t">
            <a:noAutofit/>
          </a:bodyPr>
          <a:lstStyle/>
          <a:p>
            <a:endParaRPr lang="en-US" sz="1100" dirty="0"/>
          </a:p>
        </p:txBody>
      </p:sp>
      <p:pic>
        <p:nvPicPr>
          <p:cNvPr id="19" name="Picture 18">
            <a:extLst>
              <a:ext uri="{FF2B5EF4-FFF2-40B4-BE49-F238E27FC236}">
                <a16:creationId xmlns:a16="http://schemas.microsoft.com/office/drawing/2014/main" id="{F7486284-2202-444B-839B-BAA7CF15468B}"/>
              </a:ext>
            </a:extLst>
          </p:cNvPr>
          <p:cNvPicPr>
            <a:picLocks noChangeAspect="1"/>
          </p:cNvPicPr>
          <p:nvPr/>
        </p:nvPicPr>
        <p:blipFill>
          <a:blip r:embed="rId3"/>
          <a:stretch>
            <a:fillRect/>
          </a:stretch>
        </p:blipFill>
        <p:spPr>
          <a:xfrm>
            <a:off x="693174" y="1784555"/>
            <a:ext cx="10972800" cy="4970206"/>
          </a:xfrm>
          <a:prstGeom prst="rect">
            <a:avLst/>
          </a:prstGeom>
        </p:spPr>
      </p:pic>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526026" y="0"/>
            <a:ext cx="11552902" cy="2057441"/>
          </a:xfrm>
        </p:spPr>
        <p:txBody>
          <a:bodyPr/>
          <a:lstStyle/>
          <a:p>
            <a:br>
              <a:rPr lang="en-GB" dirty="0"/>
            </a:br>
            <a:r>
              <a:rPr lang="en-US" dirty="0"/>
              <a:t>Health Care Cost Breakdown: Diagnosis, Doctors and Demographics</a:t>
            </a:r>
            <a:br>
              <a:rPr lang="en-US" dirty="0"/>
            </a:br>
            <a:endParaRPr lang="en-US" dirty="0"/>
          </a:p>
        </p:txBody>
      </p:sp>
      <p:sp>
        <p:nvSpPr>
          <p:cNvPr id="8" name="TextBox 7">
            <a:extLst>
              <a:ext uri="{FF2B5EF4-FFF2-40B4-BE49-F238E27FC236}">
                <a16:creationId xmlns:a16="http://schemas.microsoft.com/office/drawing/2014/main" id="{FF07E49D-AC36-41AB-B754-602459C63A3C}"/>
              </a:ext>
            </a:extLst>
          </p:cNvPr>
          <p:cNvSpPr txBox="1"/>
          <p:nvPr/>
        </p:nvSpPr>
        <p:spPr>
          <a:xfrm>
            <a:off x="0" y="1360257"/>
            <a:ext cx="8211158" cy="646331"/>
          </a:xfrm>
          <a:prstGeom prst="rect">
            <a:avLst/>
          </a:prstGeom>
          <a:noFill/>
        </p:spPr>
        <p:txBody>
          <a:bodyPr wrap="square">
            <a:spAutoFit/>
          </a:bodyPr>
          <a:lstStyle/>
          <a:p>
            <a:endParaRPr lang="en-US" sz="3600" b="1" dirty="0"/>
          </a:p>
        </p:txBody>
      </p:sp>
      <p:sp>
        <p:nvSpPr>
          <p:cNvPr id="3" name="Text Placeholder 8">
            <a:extLst>
              <a:ext uri="{FF2B5EF4-FFF2-40B4-BE49-F238E27FC236}">
                <a16:creationId xmlns:a16="http://schemas.microsoft.com/office/drawing/2014/main" id="{DA6A9AEF-FAE8-9328-D75D-73D59D3D7BD7}"/>
              </a:ext>
            </a:extLst>
          </p:cNvPr>
          <p:cNvSpPr txBox="1">
            <a:spLocks/>
          </p:cNvSpPr>
          <p:nvPr/>
        </p:nvSpPr>
        <p:spPr>
          <a:xfrm>
            <a:off x="819238" y="5862861"/>
            <a:ext cx="1570612" cy="760288"/>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8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461448" y="524766"/>
            <a:ext cx="5117162" cy="1325563"/>
          </a:xfrm>
        </p:spPr>
        <p:txBody>
          <a:bodyPr/>
          <a:lstStyle/>
          <a:p>
            <a:r>
              <a:rPr lang="en-US" altLang="zh-CN"/>
              <a:t>Contents</a:t>
            </a:r>
            <a:endParaRPr lang="en-US"/>
          </a:p>
        </p:txBody>
      </p:sp>
      <p:sp>
        <p:nvSpPr>
          <p:cNvPr id="4" name="Footer Placeholder 3">
            <a:extLst>
              <a:ext uri="{FF2B5EF4-FFF2-40B4-BE49-F238E27FC236}">
                <a16:creationId xmlns:a16="http://schemas.microsoft.com/office/drawing/2014/main" id="{0A01EC1F-42C9-66C4-9D49-F6AF79D5BE91}"/>
              </a:ext>
            </a:extLst>
          </p:cNvPr>
          <p:cNvSpPr>
            <a:spLocks noGrp="1"/>
          </p:cNvSpPr>
          <p:nvPr>
            <p:ph type="ftr" sz="quarter" idx="52"/>
          </p:nvPr>
        </p:nvSpPr>
        <p:spPr/>
        <p:txBody>
          <a:bodyPr/>
          <a:lstStyle/>
          <a:p>
            <a:r>
              <a:rPr lang="en-US"/>
              <a:t>Group 2 Presentation</a:t>
            </a: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a:xfrm>
            <a:off x="11194169" y="250259"/>
            <a:ext cx="458592" cy="365125"/>
          </a:xfrm>
        </p:spPr>
        <p:txBody>
          <a:bodyPr/>
          <a:lstStyle/>
          <a:p>
            <a:fld id="{47FEACEE-25B4-4A2D-B147-27296E36371D}" type="slidenum">
              <a:rPr lang="en-US" altLang="zh-CN" smtClean="0"/>
              <a:pPr/>
              <a:t>2</a:t>
            </a:fld>
            <a:endParaRPr lang="en-US" altLang="zh-CN"/>
          </a:p>
        </p:txBody>
      </p:sp>
      <p:sp>
        <p:nvSpPr>
          <p:cNvPr id="42" name="TextBox 41">
            <a:extLst>
              <a:ext uri="{FF2B5EF4-FFF2-40B4-BE49-F238E27FC236}">
                <a16:creationId xmlns:a16="http://schemas.microsoft.com/office/drawing/2014/main" id="{5AEB60E8-3759-4FD0-9D3D-DDE4321F03EC}"/>
              </a:ext>
            </a:extLst>
          </p:cNvPr>
          <p:cNvSpPr txBox="1"/>
          <p:nvPr/>
        </p:nvSpPr>
        <p:spPr>
          <a:xfrm>
            <a:off x="1685153" y="2274838"/>
            <a:ext cx="7923542" cy="1569660"/>
          </a:xfrm>
          <a:prstGeom prst="rect">
            <a:avLst/>
          </a:prstGeom>
          <a:noFill/>
        </p:spPr>
        <p:txBody>
          <a:bodyPr wrap="square" lIns="91440" tIns="45720" rIns="91440" bIns="45720" anchor="t">
            <a:spAutoFit/>
          </a:bodyPr>
          <a:lstStyle/>
          <a:p>
            <a:pPr algn="l" rtl="0" fontAlgn="base">
              <a:buFont typeface="+mj-lt"/>
              <a:buAutoNum type="arabicPeriod"/>
            </a:pPr>
            <a:r>
              <a:rPr lang="en-GB" sz="1600" b="0" i="0" u="none" strike="noStrike" dirty="0">
                <a:solidFill>
                  <a:srgbClr val="000000"/>
                </a:solidFill>
                <a:effectLst/>
              </a:rPr>
              <a:t>Introduction ……………………...….……………….…….….....................................................</a:t>
            </a:r>
            <a:endParaRPr lang="en-US" sz="1600" b="0" i="0" dirty="0">
              <a:solidFill>
                <a:srgbClr val="000000"/>
              </a:solidFill>
              <a:effectLst/>
            </a:endParaRPr>
          </a:p>
          <a:p>
            <a:pPr fontAlgn="base">
              <a:buFont typeface="+mj-lt"/>
              <a:buAutoNum type="arabicPeriod"/>
            </a:pPr>
            <a:r>
              <a:rPr lang="en-GB" sz="1600" dirty="0">
                <a:solidFill>
                  <a:srgbClr val="000000"/>
                </a:solidFill>
              </a:rPr>
              <a:t>Data Processing Circle…………………………………….………..................</a:t>
            </a:r>
            <a:r>
              <a:rPr lang="en-US" sz="1600" b="0" i="0" dirty="0">
                <a:solidFill>
                  <a:srgbClr val="000000"/>
                </a:solidFill>
                <a:effectLst/>
              </a:rPr>
              <a:t>​……………...</a:t>
            </a:r>
          </a:p>
          <a:p>
            <a:pPr algn="l" rtl="0" fontAlgn="base">
              <a:buFont typeface="+mj-lt"/>
              <a:buAutoNum type="arabicPeriod" startAt="3"/>
            </a:pPr>
            <a:r>
              <a:rPr lang="en-GB" sz="1600" b="0" i="0" u="none" strike="noStrike">
                <a:solidFill>
                  <a:srgbClr val="000000"/>
                </a:solidFill>
                <a:effectLst/>
              </a:rPr>
              <a:t>Data Cleaning………………...…...….......…....…....….....……………………..</a:t>
            </a:r>
            <a:r>
              <a:rPr lang="en-GB" sz="1600" b="0" i="0">
                <a:solidFill>
                  <a:srgbClr val="000000"/>
                </a:solidFill>
                <a:effectLst/>
              </a:rPr>
              <a:t>​……………..</a:t>
            </a:r>
          </a:p>
          <a:p>
            <a:pPr algn="l" rtl="0" fontAlgn="base">
              <a:buFont typeface="+mj-lt"/>
              <a:buAutoNum type="arabicPeriod" startAt="3"/>
            </a:pPr>
            <a:r>
              <a:rPr lang="en-GB" sz="1600" b="0" i="0" u="none" strike="noStrike">
                <a:solidFill>
                  <a:srgbClr val="000000"/>
                </a:solidFill>
                <a:effectLst/>
              </a:rPr>
              <a:t>Data Transformation</a:t>
            </a:r>
            <a:r>
              <a:rPr lang="en-GB" sz="1600">
                <a:solidFill>
                  <a:srgbClr val="000000"/>
                </a:solidFill>
              </a:rPr>
              <a:t>………………………….…………………………............</a:t>
            </a:r>
            <a:r>
              <a:rPr lang="en-GB" sz="1600" b="0" i="0">
                <a:solidFill>
                  <a:srgbClr val="000000"/>
                </a:solidFill>
                <a:effectLst/>
              </a:rPr>
              <a:t>​…………….</a:t>
            </a:r>
          </a:p>
          <a:p>
            <a:pPr algn="l" rtl="0" fontAlgn="base">
              <a:buFont typeface="+mj-lt"/>
              <a:buAutoNum type="arabicPeriod" startAt="3"/>
            </a:pPr>
            <a:r>
              <a:rPr lang="en-GB" sz="1600" b="0" i="0" u="none" strike="noStrike" dirty="0">
                <a:solidFill>
                  <a:srgbClr val="000000"/>
                </a:solidFill>
                <a:effectLst/>
              </a:rPr>
              <a:t>Analysis……..………………......………….......………………....….…………..</a:t>
            </a:r>
            <a:r>
              <a:rPr lang="en-GB" sz="1600" b="0" i="0" dirty="0">
                <a:solidFill>
                  <a:srgbClr val="000000"/>
                </a:solidFill>
                <a:effectLst/>
              </a:rPr>
              <a:t>​</a:t>
            </a:r>
            <a:r>
              <a:rPr lang="en-GB" sz="1600" dirty="0">
                <a:solidFill>
                  <a:srgbClr val="000000"/>
                </a:solidFill>
              </a:rPr>
              <a:t>…………….</a:t>
            </a:r>
            <a:endParaRPr lang="en-GB" sz="1600" b="0" i="0" dirty="0">
              <a:solidFill>
                <a:srgbClr val="000000"/>
              </a:solidFill>
              <a:effectLst/>
            </a:endParaRPr>
          </a:p>
          <a:p>
            <a:pPr algn="l" rtl="0" fontAlgn="base">
              <a:buFont typeface="+mj-lt"/>
              <a:buAutoNum type="arabicPeriod" startAt="3"/>
            </a:pPr>
            <a:r>
              <a:rPr lang="en-GB" sz="1600" b="0" i="0" u="none" strike="noStrike" dirty="0">
                <a:solidFill>
                  <a:srgbClr val="000000"/>
                </a:solidFill>
                <a:effectLst/>
              </a:rPr>
              <a:t>Conclusion……………………..…………………..…….………………….…………………</a:t>
            </a:r>
            <a:endParaRPr lang="en-US" sz="1600" b="0" i="0" dirty="0">
              <a:solidFill>
                <a:srgbClr val="000000"/>
              </a:solidFill>
              <a:effectLst/>
            </a:endParaRPr>
          </a:p>
        </p:txBody>
      </p:sp>
      <p:sp>
        <p:nvSpPr>
          <p:cNvPr id="43" name="TextBox 42">
            <a:extLst>
              <a:ext uri="{FF2B5EF4-FFF2-40B4-BE49-F238E27FC236}">
                <a16:creationId xmlns:a16="http://schemas.microsoft.com/office/drawing/2014/main" id="{C9044292-8EE5-4BE2-B414-146436A8C53C}"/>
              </a:ext>
            </a:extLst>
          </p:cNvPr>
          <p:cNvSpPr txBox="1"/>
          <p:nvPr/>
        </p:nvSpPr>
        <p:spPr>
          <a:xfrm>
            <a:off x="9187542" y="1737431"/>
            <a:ext cx="959370" cy="369332"/>
          </a:xfrm>
          <a:prstGeom prst="rect">
            <a:avLst/>
          </a:prstGeom>
        </p:spPr>
        <p:txBody>
          <a:bodyPr wrap="square" rtlCol="0">
            <a:spAutoFit/>
          </a:bodyPr>
          <a:lstStyle/>
          <a:p>
            <a:pPr marL="0" indent="0" algn="ctr">
              <a:lnSpc>
                <a:spcPct val="100000"/>
              </a:lnSpc>
              <a:spcBef>
                <a:spcPts val="0"/>
              </a:spcBef>
              <a:buFontTx/>
              <a:buNone/>
            </a:pPr>
            <a:r>
              <a:rPr lang="en-GB">
                <a:latin typeface="Posterama" panose="020B0504020200020000" pitchFamily="34" charset="0"/>
                <a:ea typeface="微软雅黑"/>
                <a:cs typeface="Posterama" panose="020B0504020200020000" pitchFamily="34" charset="0"/>
              </a:rPr>
              <a:t>Page</a:t>
            </a:r>
            <a:endParaRPr lang="en-US" sz="1800">
              <a:latin typeface="Posterama" panose="020B0504020200020000" pitchFamily="34" charset="0"/>
              <a:ea typeface="微软雅黑"/>
              <a:cs typeface="Posterama" panose="020B0504020200020000" pitchFamily="34" charset="0"/>
            </a:endParaRPr>
          </a:p>
        </p:txBody>
      </p:sp>
      <p:sp>
        <p:nvSpPr>
          <p:cNvPr id="44" name="TextBox 43">
            <a:extLst>
              <a:ext uri="{FF2B5EF4-FFF2-40B4-BE49-F238E27FC236}">
                <a16:creationId xmlns:a16="http://schemas.microsoft.com/office/drawing/2014/main" id="{BADB16A9-3B4A-4770-93B8-4C08E153B461}"/>
              </a:ext>
            </a:extLst>
          </p:cNvPr>
          <p:cNvSpPr txBox="1"/>
          <p:nvPr/>
        </p:nvSpPr>
        <p:spPr>
          <a:xfrm>
            <a:off x="9338872" y="2336085"/>
            <a:ext cx="764498" cy="1815882"/>
          </a:xfrm>
          <a:prstGeom prst="rect">
            <a:avLst/>
          </a:prstGeom>
        </p:spPr>
        <p:txBody>
          <a:bodyPr wrap="square" lIns="91440" tIns="45720" rIns="91440" bIns="45720" rtlCol="0" anchor="t">
            <a:spAutoFit/>
          </a:bodyPr>
          <a:lstStyle/>
          <a:p>
            <a:pPr marL="0" indent="0" algn="ctr">
              <a:lnSpc>
                <a:spcPct val="100000"/>
              </a:lnSpc>
              <a:spcBef>
                <a:spcPts val="0"/>
              </a:spcBef>
              <a:buFontTx/>
              <a:buNone/>
            </a:pPr>
            <a:r>
              <a:rPr lang="en-GB" sz="1600">
                <a:solidFill>
                  <a:srgbClr val="FF0000"/>
                </a:solidFill>
                <a:latin typeface="Posterama" panose="020B0504020200020000" pitchFamily="34" charset="0"/>
                <a:ea typeface="微软雅黑"/>
                <a:cs typeface="Posterama" panose="020B0504020200020000" pitchFamily="34" charset="0"/>
              </a:rPr>
              <a:t>1</a:t>
            </a:r>
          </a:p>
          <a:p>
            <a:pPr marL="0" indent="0" algn="ctr">
              <a:lnSpc>
                <a:spcPct val="100000"/>
              </a:lnSpc>
              <a:spcBef>
                <a:spcPts val="0"/>
              </a:spcBef>
              <a:buFontTx/>
              <a:buNone/>
            </a:pPr>
            <a:r>
              <a:rPr lang="en-GB" sz="1600">
                <a:solidFill>
                  <a:srgbClr val="FF0000"/>
                </a:solidFill>
                <a:latin typeface="Posterama"/>
                <a:ea typeface="微软雅黑"/>
                <a:cs typeface="Posterama"/>
              </a:rPr>
              <a:t>3</a:t>
            </a:r>
          </a:p>
          <a:p>
            <a:pPr marL="0" indent="0" algn="ctr">
              <a:lnSpc>
                <a:spcPct val="100000"/>
              </a:lnSpc>
              <a:spcBef>
                <a:spcPts val="0"/>
              </a:spcBef>
              <a:buFontTx/>
              <a:buNone/>
            </a:pPr>
            <a:r>
              <a:rPr lang="en-GB" sz="1600">
                <a:solidFill>
                  <a:srgbClr val="FF0000"/>
                </a:solidFill>
                <a:latin typeface="Posterama"/>
                <a:ea typeface="微软雅黑"/>
                <a:cs typeface="Posterama"/>
              </a:rPr>
              <a:t>4</a:t>
            </a:r>
          </a:p>
          <a:p>
            <a:pPr marL="0" indent="0" algn="ctr">
              <a:lnSpc>
                <a:spcPct val="100000"/>
              </a:lnSpc>
              <a:spcBef>
                <a:spcPts val="0"/>
              </a:spcBef>
              <a:buFontTx/>
              <a:buNone/>
            </a:pPr>
            <a:r>
              <a:rPr lang="en-GB" sz="1600">
                <a:solidFill>
                  <a:srgbClr val="FF0000"/>
                </a:solidFill>
                <a:latin typeface="Posterama"/>
                <a:ea typeface="微软雅黑"/>
                <a:cs typeface="Posterama"/>
              </a:rPr>
              <a:t>5</a:t>
            </a:r>
          </a:p>
          <a:p>
            <a:pPr marL="0" indent="0" algn="ctr">
              <a:lnSpc>
                <a:spcPct val="100000"/>
              </a:lnSpc>
              <a:spcBef>
                <a:spcPts val="0"/>
              </a:spcBef>
              <a:buFontTx/>
              <a:buNone/>
            </a:pPr>
            <a:r>
              <a:rPr lang="en-GB" sz="1600">
                <a:solidFill>
                  <a:srgbClr val="FF0000"/>
                </a:solidFill>
                <a:latin typeface="Posterama"/>
                <a:ea typeface="微软雅黑"/>
                <a:cs typeface="Posterama"/>
              </a:rPr>
              <a:t>8</a:t>
            </a:r>
          </a:p>
          <a:p>
            <a:pPr marL="0" indent="0" algn="ctr">
              <a:lnSpc>
                <a:spcPct val="100000"/>
              </a:lnSpc>
              <a:spcBef>
                <a:spcPts val="0"/>
              </a:spcBef>
              <a:buFontTx/>
              <a:buNone/>
            </a:pPr>
            <a:r>
              <a:rPr lang="en-GB" sz="1600">
                <a:solidFill>
                  <a:srgbClr val="FF0000"/>
                </a:solidFill>
                <a:latin typeface="Posterama"/>
                <a:ea typeface="微软雅黑"/>
                <a:cs typeface="Posterama"/>
              </a:rPr>
              <a:t>14</a:t>
            </a:r>
          </a:p>
          <a:p>
            <a:pPr marL="0" indent="0" algn="ctr">
              <a:lnSpc>
                <a:spcPct val="100000"/>
              </a:lnSpc>
              <a:spcBef>
                <a:spcPts val="0"/>
              </a:spcBef>
              <a:buFontTx/>
              <a:buNone/>
            </a:pPr>
            <a:endParaRPr lang="en-GB" sz="1600">
              <a:solidFill>
                <a:srgbClr val="FF0000"/>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77554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D36D0CF6-7418-9349-F7A8-045EA96B2D03}"/>
              </a:ext>
            </a:extLst>
          </p:cNvPr>
          <p:cNvSpPr>
            <a:spLocks noGrp="1"/>
          </p:cNvSpPr>
          <p:nvPr>
            <p:ph type="ftr" sz="quarter" idx="33"/>
          </p:nvPr>
        </p:nvSpPr>
        <p:spPr/>
        <p:txBody>
          <a:bodyPr/>
          <a:lstStyle/>
          <a:p>
            <a:r>
              <a:rPr lang="en-US"/>
              <a:t>Group 2 Presentation</a:t>
            </a:r>
          </a:p>
        </p:txBody>
      </p:sp>
      <p:sp>
        <p:nvSpPr>
          <p:cNvPr id="21" name="Footer Placeholder 19">
            <a:extLst>
              <a:ext uri="{FF2B5EF4-FFF2-40B4-BE49-F238E27FC236}">
                <a16:creationId xmlns:a16="http://schemas.microsoft.com/office/drawing/2014/main" id="{A6E539FA-B60E-5585-524F-1BFA8C5B3E2F}"/>
              </a:ext>
            </a:extLst>
          </p:cNvPr>
          <p:cNvSpPr txBox="1">
            <a:spLocks/>
          </p:cNvSpPr>
          <p:nvPr/>
        </p:nvSpPr>
        <p:spPr>
          <a:xfrm>
            <a:off x="486699" y="6085719"/>
            <a:ext cx="4114800" cy="365125"/>
          </a:xfrm>
          <a:prstGeom prst="rect">
            <a:avLst/>
          </a:prstGeom>
        </p:spPr>
        <p:txBody>
          <a:bodyPr anchor="ctr"/>
          <a:lstStyle>
            <a:defPPr>
              <a:defRPr lang="zh-CN"/>
            </a:defPPr>
            <a:lvl1pPr marL="0" algn="l"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a:ln>
                  <a:noFill/>
                </a:ln>
                <a:solidFill>
                  <a:schemeClr val="bg1"/>
                </a:solidFill>
                <a:effectLst/>
                <a:uLnTx/>
                <a:uFillTx/>
              </a:rPr>
              <a:t>Presentation Title</a:t>
            </a:r>
          </a:p>
        </p:txBody>
      </p:sp>
      <p:graphicFrame>
        <p:nvGraphicFramePr>
          <p:cNvPr id="2" name="Diagram 1">
            <a:extLst>
              <a:ext uri="{FF2B5EF4-FFF2-40B4-BE49-F238E27FC236}">
                <a16:creationId xmlns:a16="http://schemas.microsoft.com/office/drawing/2014/main" id="{F62C12A9-600B-4523-B5F4-CA25849D644E}"/>
              </a:ext>
            </a:extLst>
          </p:cNvPr>
          <p:cNvGraphicFramePr/>
          <p:nvPr>
            <p:extLst>
              <p:ext uri="{D42A27DB-BD31-4B8C-83A1-F6EECF244321}">
                <p14:modId xmlns:p14="http://schemas.microsoft.com/office/powerpoint/2010/main" val="2464933100"/>
              </p:ext>
            </p:extLst>
          </p:nvPr>
        </p:nvGraphicFramePr>
        <p:xfrm>
          <a:off x="4064000" y="534851"/>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tle 3">
            <a:extLst>
              <a:ext uri="{FF2B5EF4-FFF2-40B4-BE49-F238E27FC236}">
                <a16:creationId xmlns:a16="http://schemas.microsoft.com/office/drawing/2014/main" id="{A25E4ED6-9417-4E99-9620-FC03AFC7A3C0}"/>
              </a:ext>
            </a:extLst>
          </p:cNvPr>
          <p:cNvSpPr>
            <a:spLocks noGrp="1"/>
          </p:cNvSpPr>
          <p:nvPr>
            <p:ph type="title"/>
          </p:nvPr>
        </p:nvSpPr>
        <p:spPr/>
        <p:txBody>
          <a:bodyPr/>
          <a:lstStyle/>
          <a:p>
            <a:r>
              <a:rPr lang="en-GB"/>
              <a:t>Data Processing</a:t>
            </a:r>
            <a:endParaRPr lang="en-US"/>
          </a:p>
        </p:txBody>
      </p:sp>
    </p:spTree>
    <p:extLst>
      <p:ext uri="{BB962C8B-B14F-4D97-AF65-F5344CB8AC3E}">
        <p14:creationId xmlns:p14="http://schemas.microsoft.com/office/powerpoint/2010/main" val="2775535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461448" y="524766"/>
            <a:ext cx="5117162" cy="1325563"/>
          </a:xfrm>
        </p:spPr>
        <p:txBody>
          <a:bodyPr/>
          <a:lstStyle/>
          <a:p>
            <a:r>
              <a:rPr lang="en-US" altLang="zh-CN"/>
              <a:t>Data Cleaning</a:t>
            </a:r>
            <a:endParaRPr lang="en-US"/>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461448" y="1735080"/>
            <a:ext cx="4260180" cy="2150867"/>
          </a:xfrm>
        </p:spPr>
        <p:txBody>
          <a:bodyPr/>
          <a:lstStyle/>
          <a:p>
            <a:r>
              <a:rPr lang="en-US" b="1"/>
              <a:t>In cleaning our data, we did the following:</a:t>
            </a:r>
          </a:p>
          <a:p>
            <a:pPr marL="285750" indent="-285750">
              <a:buFont typeface="Arial" panose="020B0604020202020204" pitchFamily="34" charset="0"/>
              <a:buChar char="•"/>
            </a:pPr>
            <a:r>
              <a:rPr lang="en-US" sz="1400"/>
              <a:t>Removed duplicates using the Patient ID</a:t>
            </a:r>
          </a:p>
          <a:p>
            <a:pPr marL="285750" indent="-285750">
              <a:buFont typeface="Arial" panose="020B0604020202020204" pitchFamily="34" charset="0"/>
              <a:buChar char="•"/>
            </a:pPr>
            <a:r>
              <a:rPr lang="en-US" sz="1400"/>
              <a:t>Replaced blank diagnosis with “unknown” and blank doctors with “unassigned”</a:t>
            </a:r>
          </a:p>
          <a:p>
            <a:pPr marL="285750" indent="-285750">
              <a:buFont typeface="Arial" panose="020B0604020202020204" pitchFamily="34" charset="0"/>
              <a:buChar char="•"/>
            </a:pPr>
            <a:r>
              <a:rPr lang="en-US" sz="1400"/>
              <a:t>Remove the empty column “age range”</a:t>
            </a:r>
          </a:p>
          <a:p>
            <a:pPr marL="285750" indent="-285750">
              <a:buFont typeface="Arial" panose="020B0604020202020204" pitchFamily="34" charset="0"/>
              <a:buChar char="•"/>
            </a:pPr>
            <a:r>
              <a:rPr lang="en-US" sz="1400"/>
              <a:t> Standardized text values and removed extra spaces across text fields</a:t>
            </a:r>
          </a:p>
          <a:p>
            <a:endParaRPr lang="en-US"/>
          </a:p>
          <a:p>
            <a:endParaRPr lang="en-US"/>
          </a:p>
        </p:txBody>
      </p:sp>
      <p:sp>
        <p:nvSpPr>
          <p:cNvPr id="4" name="Footer Placeholder 3">
            <a:extLst>
              <a:ext uri="{FF2B5EF4-FFF2-40B4-BE49-F238E27FC236}">
                <a16:creationId xmlns:a16="http://schemas.microsoft.com/office/drawing/2014/main" id="{0A01EC1F-42C9-66C4-9D49-F6AF79D5BE91}"/>
              </a:ext>
            </a:extLst>
          </p:cNvPr>
          <p:cNvSpPr>
            <a:spLocks noGrp="1"/>
          </p:cNvSpPr>
          <p:nvPr>
            <p:ph type="ftr" sz="quarter" idx="52"/>
          </p:nvPr>
        </p:nvSpPr>
        <p:spPr/>
        <p:txBody>
          <a:bodyPr/>
          <a:lstStyle/>
          <a:p>
            <a:r>
              <a:rPr lang="en-US"/>
              <a:t>Group 2 Presentation</a:t>
            </a: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a:xfrm>
            <a:off x="11194169" y="250259"/>
            <a:ext cx="458592" cy="365125"/>
          </a:xfrm>
        </p:spPr>
        <p:txBody>
          <a:bodyPr/>
          <a:lstStyle/>
          <a:p>
            <a:fld id="{47FEACEE-25B4-4A2D-B147-27296E36371D}" type="slidenum">
              <a:rPr lang="en-US" altLang="zh-CN" smtClean="0"/>
              <a:pPr/>
              <a:t>4</a:t>
            </a:fld>
            <a:endParaRPr lang="en-US" altLang="zh-CN"/>
          </a:p>
        </p:txBody>
      </p:sp>
      <p:sp>
        <p:nvSpPr>
          <p:cNvPr id="19" name="Text Placeholder 19">
            <a:extLst>
              <a:ext uri="{FF2B5EF4-FFF2-40B4-BE49-F238E27FC236}">
                <a16:creationId xmlns:a16="http://schemas.microsoft.com/office/drawing/2014/main" id="{CE1B3CCE-896C-4FDC-87FC-67272172173B}"/>
              </a:ext>
            </a:extLst>
          </p:cNvPr>
          <p:cNvSpPr txBox="1">
            <a:spLocks/>
          </p:cNvSpPr>
          <p:nvPr/>
        </p:nvSpPr>
        <p:spPr>
          <a:xfrm>
            <a:off x="461448" y="4054229"/>
            <a:ext cx="4260180" cy="2150867"/>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5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Outcome:</a:t>
            </a:r>
          </a:p>
          <a:p>
            <a:pPr marL="285750" indent="-285750">
              <a:buFont typeface="Wingdings" panose="05000000000000000000" pitchFamily="2" charset="2"/>
              <a:buChar char="ü"/>
            </a:pPr>
            <a:r>
              <a:rPr lang="en-US" sz="1400"/>
              <a:t>5000 unique patient records</a:t>
            </a:r>
          </a:p>
          <a:p>
            <a:pPr marL="285750" indent="-285750">
              <a:buFont typeface="Wingdings" panose="05000000000000000000" pitchFamily="2" charset="2"/>
              <a:buChar char="ü"/>
            </a:pPr>
            <a:r>
              <a:rPr lang="en-US" sz="1400"/>
              <a:t>No blank/missing values</a:t>
            </a:r>
          </a:p>
          <a:p>
            <a:pPr marL="285750" indent="-285750">
              <a:buFont typeface="Wingdings" panose="05000000000000000000" pitchFamily="2" charset="2"/>
              <a:buChar char="ü"/>
            </a:pPr>
            <a:r>
              <a:rPr lang="en-US" sz="1400"/>
              <a:t>No blank columns</a:t>
            </a:r>
          </a:p>
          <a:p>
            <a:pPr marL="285750" indent="-285750">
              <a:buFont typeface="Wingdings" panose="05000000000000000000" pitchFamily="2" charset="2"/>
              <a:buChar char="ü"/>
            </a:pPr>
            <a:r>
              <a:rPr lang="en-US" sz="1400"/>
              <a:t> Standardized text values and removed extra spaces across text fields</a:t>
            </a:r>
          </a:p>
          <a:p>
            <a:endParaRPr lang="en-US"/>
          </a:p>
          <a:p>
            <a:endParaRPr lang="en-US"/>
          </a:p>
        </p:txBody>
      </p:sp>
      <p:grpSp>
        <p:nvGrpSpPr>
          <p:cNvPr id="22" name="Group 21">
            <a:extLst>
              <a:ext uri="{FF2B5EF4-FFF2-40B4-BE49-F238E27FC236}">
                <a16:creationId xmlns:a16="http://schemas.microsoft.com/office/drawing/2014/main" id="{02BEEBE1-F461-4FB3-A8D2-D4E0F47560A2}"/>
              </a:ext>
            </a:extLst>
          </p:cNvPr>
          <p:cNvGrpSpPr/>
          <p:nvPr/>
        </p:nvGrpSpPr>
        <p:grpSpPr>
          <a:xfrm>
            <a:off x="5903495" y="1228825"/>
            <a:ext cx="5454316" cy="5171657"/>
            <a:chOff x="5598695" y="1228825"/>
            <a:chExt cx="5759116" cy="5171657"/>
          </a:xfrm>
        </p:grpSpPr>
        <p:sp>
          <p:nvSpPr>
            <p:cNvPr id="10" name="Rectangle 9">
              <a:extLst>
                <a:ext uri="{FF2B5EF4-FFF2-40B4-BE49-F238E27FC236}">
                  <a16:creationId xmlns:a16="http://schemas.microsoft.com/office/drawing/2014/main" id="{C8FEA808-BEB8-4C50-88CC-22BB3BB4625D}"/>
                </a:ext>
              </a:extLst>
            </p:cNvPr>
            <p:cNvSpPr/>
            <p:nvPr/>
          </p:nvSpPr>
          <p:spPr>
            <a:xfrm>
              <a:off x="5598695" y="1235240"/>
              <a:ext cx="5759116" cy="51652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F5433B-8310-4A44-B860-8167591435B8}"/>
                </a:ext>
              </a:extLst>
            </p:cNvPr>
            <p:cNvSpPr/>
            <p:nvPr/>
          </p:nvSpPr>
          <p:spPr>
            <a:xfrm>
              <a:off x="5598695" y="1228825"/>
              <a:ext cx="5759116" cy="767014"/>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F5949C09-C979-4A6E-823D-5DDBCF1F4AD3}"/>
                </a:ext>
              </a:extLst>
            </p:cNvPr>
            <p:cNvPicPr>
              <a:picLocks noChangeAspect="1"/>
            </p:cNvPicPr>
            <p:nvPr/>
          </p:nvPicPr>
          <p:blipFill>
            <a:blip r:embed="rId3"/>
            <a:stretch>
              <a:fillRect/>
            </a:stretch>
          </p:blipFill>
          <p:spPr>
            <a:xfrm>
              <a:off x="5630779" y="1251282"/>
              <a:ext cx="1068822" cy="767014"/>
            </a:xfrm>
            <a:prstGeom prst="rect">
              <a:avLst/>
            </a:prstGeom>
          </p:spPr>
        </p:pic>
        <p:pic>
          <p:nvPicPr>
            <p:cNvPr id="21" name="Picture 20">
              <a:extLst>
                <a:ext uri="{FF2B5EF4-FFF2-40B4-BE49-F238E27FC236}">
                  <a16:creationId xmlns:a16="http://schemas.microsoft.com/office/drawing/2014/main" id="{B5B28044-DEE5-4309-A7E1-A1503D89F515}"/>
                </a:ext>
              </a:extLst>
            </p:cNvPr>
            <p:cNvPicPr>
              <a:picLocks noChangeAspect="1"/>
            </p:cNvPicPr>
            <p:nvPr/>
          </p:nvPicPr>
          <p:blipFill>
            <a:blip r:embed="rId4"/>
            <a:stretch>
              <a:fillRect/>
            </a:stretch>
          </p:blipFill>
          <p:spPr>
            <a:xfrm>
              <a:off x="5658608" y="2034338"/>
              <a:ext cx="5639289" cy="426252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spTree>
    <p:extLst>
      <p:ext uri="{BB962C8B-B14F-4D97-AF65-F5344CB8AC3E}">
        <p14:creationId xmlns:p14="http://schemas.microsoft.com/office/powerpoint/2010/main" val="4108797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CC918E-BB64-4F11-BDC0-1AE8CC95BC93}"/>
              </a:ext>
            </a:extLst>
          </p:cNvPr>
          <p:cNvPicPr>
            <a:picLocks noChangeAspect="1"/>
          </p:cNvPicPr>
          <p:nvPr/>
        </p:nvPicPr>
        <p:blipFill rotWithShape="1">
          <a:blip r:embed="rId3">
            <a:alphaModFix/>
          </a:blip>
          <a:srcRect l="-157" r="42406"/>
          <a:stretch/>
        </p:blipFill>
        <p:spPr>
          <a:xfrm>
            <a:off x="5626736" y="1988564"/>
            <a:ext cx="5731075" cy="4411918"/>
          </a:xfrm>
          <a:prstGeom prst="rect">
            <a:avLst/>
          </a:prstGeom>
        </p:spPr>
      </p:pic>
      <p:sp>
        <p:nvSpPr>
          <p:cNvPr id="10" name="Rectangle 9">
            <a:extLst>
              <a:ext uri="{FF2B5EF4-FFF2-40B4-BE49-F238E27FC236}">
                <a16:creationId xmlns:a16="http://schemas.microsoft.com/office/drawing/2014/main" id="{C8FEA808-BEB8-4C50-88CC-22BB3BB4625D}"/>
              </a:ext>
            </a:extLst>
          </p:cNvPr>
          <p:cNvSpPr/>
          <p:nvPr/>
        </p:nvSpPr>
        <p:spPr>
          <a:xfrm>
            <a:off x="5598695" y="1235240"/>
            <a:ext cx="5759116" cy="51652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461448" y="524766"/>
            <a:ext cx="5117162" cy="1325563"/>
          </a:xfrm>
        </p:spPr>
        <p:txBody>
          <a:bodyPr/>
          <a:lstStyle/>
          <a:p>
            <a:r>
              <a:rPr lang="en-US" altLang="zh-CN"/>
              <a:t>Data Transformation</a:t>
            </a:r>
            <a:endParaRPr lang="en-US"/>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461448" y="1735080"/>
            <a:ext cx="4260180" cy="2150867"/>
          </a:xfrm>
        </p:spPr>
        <p:txBody>
          <a:bodyPr/>
          <a:lstStyle/>
          <a:p>
            <a:r>
              <a:rPr lang="en-US" b="1"/>
              <a:t>Formatting</a:t>
            </a:r>
          </a:p>
          <a:p>
            <a:pPr marL="285750" indent="-285750">
              <a:buFont typeface="Arial" panose="020B0604020202020204" pitchFamily="34" charset="0"/>
              <a:buChar char="•"/>
            </a:pPr>
            <a:r>
              <a:rPr lang="en-US" sz="1400"/>
              <a:t>Bold column headers</a:t>
            </a:r>
          </a:p>
          <a:p>
            <a:pPr marL="285750" indent="-285750">
              <a:buFont typeface="Arial" panose="020B0604020202020204" pitchFamily="34" charset="0"/>
              <a:buChar char="•"/>
            </a:pPr>
            <a:r>
              <a:rPr lang="en-US" sz="1400"/>
              <a:t>Background color to column headers</a:t>
            </a:r>
          </a:p>
          <a:p>
            <a:pPr marL="285750" indent="-285750">
              <a:buFont typeface="Arial" panose="020B0604020202020204" pitchFamily="34" charset="0"/>
              <a:buChar char="•"/>
            </a:pPr>
            <a:r>
              <a:rPr lang="en-US" sz="1400"/>
              <a:t>Cost field – currency and decimal placements</a:t>
            </a:r>
          </a:p>
          <a:p>
            <a:pPr marL="285750" indent="-285750">
              <a:buFont typeface="Arial" panose="020B0604020202020204" pitchFamily="34" charset="0"/>
              <a:buChar char="•"/>
            </a:pPr>
            <a:r>
              <a:rPr lang="en-US" sz="1400"/>
              <a:t>Date field as date (dd-mm-</a:t>
            </a:r>
            <a:r>
              <a:rPr lang="en-US" sz="1400" err="1"/>
              <a:t>yyyy</a:t>
            </a:r>
            <a:r>
              <a:rPr lang="en-US" sz="1400"/>
              <a:t>)</a:t>
            </a:r>
          </a:p>
          <a:p>
            <a:pPr marL="285750" indent="-285750">
              <a:buFont typeface="Arial" panose="020B0604020202020204" pitchFamily="34" charset="0"/>
              <a:buChar char="•"/>
            </a:pPr>
            <a:r>
              <a:rPr lang="en-US" sz="1400"/>
              <a:t>Conditional formatting highlighting patients older than 60 and cost treatments higher the 3000</a:t>
            </a:r>
            <a:endParaRPr lang="en-US"/>
          </a:p>
        </p:txBody>
      </p:sp>
      <p:sp>
        <p:nvSpPr>
          <p:cNvPr id="4" name="Footer Placeholder 3">
            <a:extLst>
              <a:ext uri="{FF2B5EF4-FFF2-40B4-BE49-F238E27FC236}">
                <a16:creationId xmlns:a16="http://schemas.microsoft.com/office/drawing/2014/main" id="{0A01EC1F-42C9-66C4-9D49-F6AF79D5BE91}"/>
              </a:ext>
            </a:extLst>
          </p:cNvPr>
          <p:cNvSpPr>
            <a:spLocks noGrp="1"/>
          </p:cNvSpPr>
          <p:nvPr>
            <p:ph type="ftr" sz="quarter" idx="52"/>
          </p:nvPr>
        </p:nvSpPr>
        <p:spPr/>
        <p:txBody>
          <a:bodyPr/>
          <a:lstStyle/>
          <a:p>
            <a:r>
              <a:rPr lang="en-US"/>
              <a:t>Group 2 Presentation</a:t>
            </a: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a:xfrm>
            <a:off x="11194169" y="250259"/>
            <a:ext cx="458592" cy="365125"/>
          </a:xfrm>
        </p:spPr>
        <p:txBody>
          <a:bodyPr/>
          <a:lstStyle/>
          <a:p>
            <a:fld id="{47FEACEE-25B4-4A2D-B147-27296E36371D}" type="slidenum">
              <a:rPr lang="en-US" altLang="zh-CN" smtClean="0"/>
              <a:pPr/>
              <a:t>5</a:t>
            </a:fld>
            <a:endParaRPr lang="en-US" altLang="zh-CN"/>
          </a:p>
        </p:txBody>
      </p:sp>
      <p:sp>
        <p:nvSpPr>
          <p:cNvPr id="15" name="Rectangle 14">
            <a:extLst>
              <a:ext uri="{FF2B5EF4-FFF2-40B4-BE49-F238E27FC236}">
                <a16:creationId xmlns:a16="http://schemas.microsoft.com/office/drawing/2014/main" id="{37F5433B-8310-4A44-B860-8167591435B8}"/>
              </a:ext>
            </a:extLst>
          </p:cNvPr>
          <p:cNvSpPr/>
          <p:nvPr/>
        </p:nvSpPr>
        <p:spPr>
          <a:xfrm>
            <a:off x="5598695" y="1228825"/>
            <a:ext cx="5759116" cy="767014"/>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F5949C09-C979-4A6E-823D-5DDBCF1F4AD3}"/>
              </a:ext>
            </a:extLst>
          </p:cNvPr>
          <p:cNvPicPr>
            <a:picLocks noChangeAspect="1"/>
          </p:cNvPicPr>
          <p:nvPr/>
        </p:nvPicPr>
        <p:blipFill>
          <a:blip r:embed="rId4"/>
          <a:stretch>
            <a:fillRect/>
          </a:stretch>
        </p:blipFill>
        <p:spPr>
          <a:xfrm>
            <a:off x="5630779" y="1251282"/>
            <a:ext cx="1068822" cy="767014"/>
          </a:xfrm>
          <a:prstGeom prst="rect">
            <a:avLst/>
          </a:prstGeom>
        </p:spPr>
      </p:pic>
      <p:sp>
        <p:nvSpPr>
          <p:cNvPr id="19" name="Text Placeholder 19">
            <a:extLst>
              <a:ext uri="{FF2B5EF4-FFF2-40B4-BE49-F238E27FC236}">
                <a16:creationId xmlns:a16="http://schemas.microsoft.com/office/drawing/2014/main" id="{CE1B3CCE-896C-4FDC-87FC-67272172173B}"/>
              </a:ext>
            </a:extLst>
          </p:cNvPr>
          <p:cNvSpPr txBox="1">
            <a:spLocks/>
          </p:cNvSpPr>
          <p:nvPr/>
        </p:nvSpPr>
        <p:spPr>
          <a:xfrm>
            <a:off x="461448" y="4054229"/>
            <a:ext cx="4260180" cy="2150867"/>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5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Outcome:</a:t>
            </a:r>
          </a:p>
          <a:p>
            <a:pPr marL="285750" indent="-285750">
              <a:buFont typeface="Wingdings" panose="05000000000000000000" pitchFamily="2" charset="2"/>
              <a:buChar char="ü"/>
            </a:pPr>
            <a:r>
              <a:rPr lang="en-US" sz="1400"/>
              <a:t>Improved readability</a:t>
            </a:r>
          </a:p>
          <a:p>
            <a:pPr marL="285750" indent="-285750">
              <a:buFont typeface="Wingdings" panose="05000000000000000000" pitchFamily="2" charset="2"/>
              <a:buChar char="ü"/>
            </a:pPr>
            <a:r>
              <a:rPr lang="en-US" sz="1400"/>
              <a:t>Easier data analysis </a:t>
            </a:r>
          </a:p>
          <a:p>
            <a:pPr marL="285750" indent="-285750">
              <a:buFont typeface="Wingdings" panose="05000000000000000000" pitchFamily="2" charset="2"/>
              <a:buChar char="ü"/>
            </a:pPr>
            <a:r>
              <a:rPr lang="en-US" sz="1400"/>
              <a:t>Consistency across entries</a:t>
            </a:r>
          </a:p>
          <a:p>
            <a:pPr marL="285750" indent="-285750">
              <a:buFont typeface="Wingdings" panose="05000000000000000000" pitchFamily="2" charset="2"/>
              <a:buChar char="ü"/>
            </a:pPr>
            <a:r>
              <a:rPr lang="en-US" sz="1400"/>
              <a:t>Enhanced/clean data presentation</a:t>
            </a:r>
          </a:p>
          <a:p>
            <a:pPr marL="285750" indent="-285750">
              <a:buFont typeface="Wingdings" panose="05000000000000000000" pitchFamily="2" charset="2"/>
              <a:buChar char="ü"/>
            </a:pPr>
            <a:endParaRPr lang="en-US"/>
          </a:p>
        </p:txBody>
      </p:sp>
    </p:spTree>
    <p:extLst>
      <p:ext uri="{BB962C8B-B14F-4D97-AF65-F5344CB8AC3E}">
        <p14:creationId xmlns:p14="http://schemas.microsoft.com/office/powerpoint/2010/main" val="2088028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461448" y="524766"/>
            <a:ext cx="5117162" cy="1325563"/>
          </a:xfrm>
        </p:spPr>
        <p:txBody>
          <a:bodyPr/>
          <a:lstStyle/>
          <a:p>
            <a:r>
              <a:rPr lang="en-US" altLang="zh-CN"/>
              <a:t>Data Transformation</a:t>
            </a:r>
            <a:endParaRPr lang="en-US"/>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461448" y="1735080"/>
            <a:ext cx="4260180" cy="4482840"/>
          </a:xfrm>
        </p:spPr>
        <p:txBody>
          <a:bodyPr/>
          <a:lstStyle/>
          <a:p>
            <a:r>
              <a:rPr lang="en-US" b="1"/>
              <a:t>Formulas</a:t>
            </a:r>
          </a:p>
          <a:p>
            <a:pPr marL="285750" indent="-285750">
              <a:buFont typeface="Arial" panose="020B0604020202020204" pitchFamily="34" charset="0"/>
              <a:buChar char="•"/>
            </a:pPr>
            <a:r>
              <a:rPr lang="en-US" sz="1400"/>
              <a:t>Used “IF statement”’ to classify patient ages into groups of “Toddlers”, “Child”, “Teenager”, “Young Adult”, “Adult”, “Elder” and “Old”</a:t>
            </a:r>
          </a:p>
          <a:p>
            <a:pPr marL="285750" indent="-285750">
              <a:buFont typeface="Arial" panose="020B0604020202020204" pitchFamily="34" charset="0"/>
              <a:buChar char="•"/>
            </a:pPr>
            <a:r>
              <a:rPr lang="en-US" sz="1400"/>
              <a:t>Used “Average”, “Maximum”, “Minimum” and “Count” functions to calculate the average, maximum, and minimum cost as well as the total number of patients.</a:t>
            </a:r>
          </a:p>
          <a:p>
            <a:pPr marL="285750" indent="-285750">
              <a:buFont typeface="Arial" panose="020B0604020202020204" pitchFamily="34" charset="0"/>
              <a:buChar char="•"/>
            </a:pPr>
            <a:r>
              <a:rPr lang="en-US" sz="1400"/>
              <a:t>Used Pivot Table to get the average cost across various treatment types</a:t>
            </a:r>
          </a:p>
          <a:p>
            <a:pPr marL="285750" indent="-285750">
              <a:buFont typeface="Arial" panose="020B0604020202020204" pitchFamily="34" charset="0"/>
              <a:buChar char="•"/>
            </a:pPr>
            <a:r>
              <a:rPr lang="en-US" sz="1400"/>
              <a:t>Calculated “cost with tax” using “cost *1.1”</a:t>
            </a:r>
          </a:p>
          <a:p>
            <a:pPr marL="285750" indent="-285750">
              <a:buFont typeface="Arial" panose="020B0604020202020204" pitchFamily="34" charset="0"/>
              <a:buChar char="•"/>
            </a:pPr>
            <a:r>
              <a:rPr lang="en-US" sz="1400"/>
              <a:t>Extracted the month name and years from our </a:t>
            </a:r>
            <a:r>
              <a:rPr lang="en-US" sz="1400" err="1"/>
              <a:t>VisitDate</a:t>
            </a:r>
            <a:r>
              <a:rPr lang="en-US" sz="1400"/>
              <a:t> column</a:t>
            </a:r>
          </a:p>
          <a:p>
            <a:pPr marL="285750" indent="-285750">
              <a:buFont typeface="Arial" panose="020B0604020202020204" pitchFamily="34" charset="0"/>
              <a:buChar char="•"/>
            </a:pPr>
            <a:endParaRPr lang="en-US" sz="1400"/>
          </a:p>
        </p:txBody>
      </p:sp>
      <p:sp>
        <p:nvSpPr>
          <p:cNvPr id="4" name="Footer Placeholder 3">
            <a:extLst>
              <a:ext uri="{FF2B5EF4-FFF2-40B4-BE49-F238E27FC236}">
                <a16:creationId xmlns:a16="http://schemas.microsoft.com/office/drawing/2014/main" id="{0A01EC1F-42C9-66C4-9D49-F6AF79D5BE91}"/>
              </a:ext>
            </a:extLst>
          </p:cNvPr>
          <p:cNvSpPr>
            <a:spLocks noGrp="1"/>
          </p:cNvSpPr>
          <p:nvPr>
            <p:ph type="ftr" sz="quarter" idx="52"/>
          </p:nvPr>
        </p:nvSpPr>
        <p:spPr/>
        <p:txBody>
          <a:bodyPr/>
          <a:lstStyle/>
          <a:p>
            <a:r>
              <a:rPr lang="en-US"/>
              <a:t>Group 2 Presentation</a:t>
            </a: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a:xfrm>
            <a:off x="11194169" y="250259"/>
            <a:ext cx="458592" cy="365125"/>
          </a:xfrm>
        </p:spPr>
        <p:txBody>
          <a:bodyPr/>
          <a:lstStyle/>
          <a:p>
            <a:fld id="{47FEACEE-25B4-4A2D-B147-27296E36371D}" type="slidenum">
              <a:rPr lang="en-US" altLang="zh-CN" smtClean="0"/>
              <a:pPr/>
              <a:t>6</a:t>
            </a:fld>
            <a:endParaRPr lang="en-US" altLang="zh-CN"/>
          </a:p>
        </p:txBody>
      </p:sp>
      <p:pic>
        <p:nvPicPr>
          <p:cNvPr id="3" name="Picture 2" descr="A screenshot of a computer&#10;&#10;AI-generated content may be incorrect.">
            <a:extLst>
              <a:ext uri="{FF2B5EF4-FFF2-40B4-BE49-F238E27FC236}">
                <a16:creationId xmlns:a16="http://schemas.microsoft.com/office/drawing/2014/main" id="{5BE98E5D-25F0-865B-61E3-7637B2792008}"/>
              </a:ext>
            </a:extLst>
          </p:cNvPr>
          <p:cNvPicPr>
            <a:picLocks noChangeAspect="1"/>
          </p:cNvPicPr>
          <p:nvPr/>
        </p:nvPicPr>
        <p:blipFill>
          <a:blip r:embed="rId3"/>
          <a:stretch>
            <a:fillRect/>
          </a:stretch>
        </p:blipFill>
        <p:spPr>
          <a:xfrm>
            <a:off x="6095012" y="1192961"/>
            <a:ext cx="5781675" cy="5219700"/>
          </a:xfrm>
          <a:prstGeom prst="rect">
            <a:avLst/>
          </a:prstGeom>
        </p:spPr>
      </p:pic>
    </p:spTree>
    <p:extLst>
      <p:ext uri="{BB962C8B-B14F-4D97-AF65-F5344CB8AC3E}">
        <p14:creationId xmlns:p14="http://schemas.microsoft.com/office/powerpoint/2010/main" val="3732730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461448" y="524766"/>
            <a:ext cx="5117162" cy="1325563"/>
          </a:xfrm>
        </p:spPr>
        <p:txBody>
          <a:bodyPr/>
          <a:lstStyle/>
          <a:p>
            <a:r>
              <a:rPr lang="en-US" altLang="zh-CN"/>
              <a:t>Data Transformation</a:t>
            </a:r>
            <a:endParaRPr lang="en-US"/>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461448" y="1735080"/>
            <a:ext cx="4260180" cy="4482840"/>
          </a:xfrm>
        </p:spPr>
        <p:txBody>
          <a:bodyPr/>
          <a:lstStyle/>
          <a:p>
            <a:r>
              <a:rPr lang="en-US" b="1"/>
              <a:t>Outcomes:</a:t>
            </a:r>
          </a:p>
          <a:p>
            <a:pPr marL="285750" indent="-285750">
              <a:buFont typeface="Wingdings" panose="05000000000000000000" pitchFamily="2" charset="2"/>
              <a:buChar char="ü"/>
            </a:pPr>
            <a:r>
              <a:rPr lang="en-US" sz="1400"/>
              <a:t>Segmentation of ages for easier analysis</a:t>
            </a:r>
          </a:p>
          <a:p>
            <a:pPr marL="285750" indent="-285750">
              <a:buFont typeface="Wingdings" panose="05000000000000000000" pitchFamily="2" charset="2"/>
              <a:buChar char="ü"/>
            </a:pPr>
            <a:r>
              <a:rPr lang="en-US" sz="1400"/>
              <a:t>Identify highest, lowest, and average cost values </a:t>
            </a:r>
          </a:p>
          <a:p>
            <a:pPr marL="285750" indent="-285750">
              <a:buFont typeface="Wingdings" panose="05000000000000000000" pitchFamily="2" charset="2"/>
              <a:buChar char="ü"/>
            </a:pPr>
            <a:r>
              <a:rPr lang="en-US" sz="1400"/>
              <a:t>Insight to the cost variation across records – average cost across various treatment types were between $2400 and $2500</a:t>
            </a:r>
          </a:p>
          <a:p>
            <a:pPr marL="285750" indent="-285750">
              <a:buFont typeface="Wingdings" panose="05000000000000000000" pitchFamily="2" charset="2"/>
              <a:buChar char="ü"/>
            </a:pPr>
            <a:r>
              <a:rPr lang="en-US" sz="1400"/>
              <a:t>Comparison between pre-tax and post tax cost values</a:t>
            </a:r>
          </a:p>
          <a:p>
            <a:pPr marL="285750" indent="-285750">
              <a:buFont typeface="Wingdings" panose="05000000000000000000" pitchFamily="2" charset="2"/>
              <a:buChar char="ü"/>
            </a:pPr>
            <a:r>
              <a:rPr lang="en-US" sz="1400"/>
              <a:t>Better trend analysis (visits by month and performance tracking across months, quarters and years)</a:t>
            </a:r>
          </a:p>
          <a:p>
            <a:endParaRPr lang="en-US" sz="1400"/>
          </a:p>
          <a:p>
            <a:pPr marL="285750" indent="-285750">
              <a:buFont typeface="Wingdings" panose="05000000000000000000" pitchFamily="2" charset="2"/>
              <a:buChar char="ü"/>
            </a:pPr>
            <a:endParaRPr lang="en-US" sz="1400"/>
          </a:p>
        </p:txBody>
      </p:sp>
      <p:sp>
        <p:nvSpPr>
          <p:cNvPr id="4" name="Footer Placeholder 3">
            <a:extLst>
              <a:ext uri="{FF2B5EF4-FFF2-40B4-BE49-F238E27FC236}">
                <a16:creationId xmlns:a16="http://schemas.microsoft.com/office/drawing/2014/main" id="{0A01EC1F-42C9-66C4-9D49-F6AF79D5BE91}"/>
              </a:ext>
            </a:extLst>
          </p:cNvPr>
          <p:cNvSpPr>
            <a:spLocks noGrp="1"/>
          </p:cNvSpPr>
          <p:nvPr>
            <p:ph type="ftr" sz="quarter" idx="52"/>
          </p:nvPr>
        </p:nvSpPr>
        <p:spPr/>
        <p:txBody>
          <a:bodyPr/>
          <a:lstStyle/>
          <a:p>
            <a:r>
              <a:rPr lang="en-US"/>
              <a:t>Group 2 Presentation</a:t>
            </a: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a:xfrm>
            <a:off x="11194169" y="250259"/>
            <a:ext cx="458592" cy="365125"/>
          </a:xfrm>
        </p:spPr>
        <p:txBody>
          <a:bodyPr/>
          <a:lstStyle/>
          <a:p>
            <a:fld id="{47FEACEE-25B4-4A2D-B147-27296E36371D}" type="slidenum">
              <a:rPr lang="en-US" altLang="zh-CN" smtClean="0"/>
              <a:pPr/>
              <a:t>7</a:t>
            </a:fld>
            <a:endParaRPr lang="en-US" altLang="zh-CN"/>
          </a:p>
        </p:txBody>
      </p:sp>
      <p:pic>
        <p:nvPicPr>
          <p:cNvPr id="2" name="Picture 1" descr="A screenshot of a computer&#10;&#10;AI-generated content may be incorrect.">
            <a:extLst>
              <a:ext uri="{FF2B5EF4-FFF2-40B4-BE49-F238E27FC236}">
                <a16:creationId xmlns:a16="http://schemas.microsoft.com/office/drawing/2014/main" id="{B3EB9CF6-F004-460E-9783-EDBEA3EBA15E}"/>
              </a:ext>
            </a:extLst>
          </p:cNvPr>
          <p:cNvPicPr>
            <a:picLocks noChangeAspect="1"/>
          </p:cNvPicPr>
          <p:nvPr/>
        </p:nvPicPr>
        <p:blipFill>
          <a:blip r:embed="rId3"/>
          <a:stretch>
            <a:fillRect/>
          </a:stretch>
        </p:blipFill>
        <p:spPr>
          <a:xfrm>
            <a:off x="6095012" y="1192961"/>
            <a:ext cx="5781675" cy="5219700"/>
          </a:xfrm>
          <a:prstGeom prst="rect">
            <a:avLst/>
          </a:prstGeom>
        </p:spPr>
      </p:pic>
    </p:spTree>
    <p:extLst>
      <p:ext uri="{BB962C8B-B14F-4D97-AF65-F5344CB8AC3E}">
        <p14:creationId xmlns:p14="http://schemas.microsoft.com/office/powerpoint/2010/main" val="15486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461447" y="524767"/>
            <a:ext cx="7008927" cy="1210314"/>
          </a:xfrm>
        </p:spPr>
        <p:txBody>
          <a:bodyPr/>
          <a:lstStyle/>
          <a:p>
            <a:r>
              <a:rPr lang="en-US" altLang="zh-CN"/>
              <a:t>Analysis: Pivot Tables</a:t>
            </a:r>
            <a:endParaRPr lang="en-US"/>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461448" y="1638828"/>
            <a:ext cx="4260180" cy="3248717"/>
          </a:xfrm>
        </p:spPr>
        <p:txBody>
          <a:bodyPr vert="horz" lIns="91440" tIns="45720" rIns="91440" bIns="45720" rtlCol="0" anchor="t">
            <a:noAutofit/>
          </a:bodyPr>
          <a:lstStyle/>
          <a:p>
            <a:r>
              <a:rPr lang="en-US" sz="1400" dirty="0"/>
              <a:t>Inserted pivot tables and charts to show:</a:t>
            </a:r>
          </a:p>
          <a:p>
            <a:pPr marL="285750" indent="-285750">
              <a:buFont typeface="Arial" panose="020B0604020202020204" pitchFamily="34" charset="0"/>
              <a:buChar char="•"/>
            </a:pPr>
            <a:r>
              <a:rPr lang="en-US" sz="1400" dirty="0"/>
              <a:t>Total cost by doctor</a:t>
            </a:r>
          </a:p>
          <a:p>
            <a:pPr marL="285750" indent="-285750">
              <a:buFont typeface="Arial" panose="020B0604020202020204" pitchFamily="34" charset="0"/>
              <a:buChar char="•"/>
            </a:pPr>
            <a:r>
              <a:rPr lang="en-US" sz="1400" dirty="0"/>
              <a:t>Counts of patients by gender</a:t>
            </a:r>
          </a:p>
          <a:p>
            <a:pPr marL="285750" indent="-285750">
              <a:buFont typeface="Arial" panose="020B0604020202020204" pitchFamily="34" charset="0"/>
              <a:buChar char="•"/>
            </a:pPr>
            <a:r>
              <a:rPr lang="en-US" sz="1400" dirty="0"/>
              <a:t>Average cost by diagnosis</a:t>
            </a:r>
          </a:p>
          <a:p>
            <a:pPr marL="285750" indent="-285750">
              <a:buFont typeface="Arial" panose="020B0604020202020204" pitchFamily="34" charset="0"/>
              <a:buChar char="•"/>
            </a:pPr>
            <a:r>
              <a:rPr lang="en-US" sz="1400" dirty="0"/>
              <a:t>Age group distribution</a:t>
            </a:r>
          </a:p>
          <a:p>
            <a:pPr marL="285750" indent="-285750">
              <a:buFont typeface="Arial" panose="020B0604020202020204" pitchFamily="34" charset="0"/>
              <a:buChar char="•"/>
            </a:pPr>
            <a:r>
              <a:rPr lang="en-US" sz="1400" dirty="0"/>
              <a:t>Gender distribution</a:t>
            </a:r>
          </a:p>
          <a:p>
            <a:pPr marL="285750" indent="-285750">
              <a:buFont typeface="Arial" panose="020B0604020202020204" pitchFamily="34" charset="0"/>
              <a:buChar char="•"/>
            </a:pPr>
            <a:r>
              <a:rPr lang="en-US" sz="1400" dirty="0"/>
              <a:t>Total cost by diagnosis</a:t>
            </a:r>
          </a:p>
          <a:p>
            <a:pPr marL="285750" indent="-285750">
              <a:buFont typeface="Arial" panose="020B0604020202020204" pitchFamily="34" charset="0"/>
              <a:buChar char="•"/>
            </a:pPr>
            <a:r>
              <a:rPr lang="en-US" sz="1400" dirty="0"/>
              <a:t>Total cost by treatment</a:t>
            </a:r>
          </a:p>
          <a:p>
            <a:pPr marL="285750" indent="-285750">
              <a:buFont typeface="Arial" panose="020B0604020202020204" pitchFamily="34" charset="0"/>
              <a:buChar char="•"/>
            </a:pPr>
            <a:r>
              <a:rPr lang="en-US" sz="1400" dirty="0"/>
              <a:t>Patient visit by month</a:t>
            </a:r>
          </a:p>
          <a:p>
            <a:pPr marL="285750" indent="-285750">
              <a:buFont typeface="Arial" panose="020B0604020202020204" pitchFamily="34" charset="0"/>
              <a:buChar char="•"/>
            </a:pPr>
            <a:endParaRPr lang="en-US" sz="1400"/>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a:xfrm>
            <a:off x="11194169" y="250259"/>
            <a:ext cx="458592" cy="365125"/>
          </a:xfrm>
        </p:spPr>
        <p:txBody>
          <a:bodyPr/>
          <a:lstStyle/>
          <a:p>
            <a:fld id="{47FEACEE-25B4-4A2D-B147-27296E36371D}" type="slidenum">
              <a:rPr lang="en-US" altLang="zh-CN" smtClean="0"/>
              <a:pPr/>
              <a:t>8</a:t>
            </a:fld>
            <a:endParaRPr lang="en-US" altLang="zh-CN"/>
          </a:p>
        </p:txBody>
      </p:sp>
      <p:pic>
        <p:nvPicPr>
          <p:cNvPr id="2" name="Picture 1" descr="A screenshot of a computer&#10;&#10;AI-generated content may be incorrect.">
            <a:extLst>
              <a:ext uri="{FF2B5EF4-FFF2-40B4-BE49-F238E27FC236}">
                <a16:creationId xmlns:a16="http://schemas.microsoft.com/office/drawing/2014/main" id="{46A45CAE-81D6-51DE-2AC6-317831738425}"/>
              </a:ext>
            </a:extLst>
          </p:cNvPr>
          <p:cNvPicPr>
            <a:picLocks noChangeAspect="1"/>
          </p:cNvPicPr>
          <p:nvPr/>
        </p:nvPicPr>
        <p:blipFill>
          <a:blip r:embed="rId3"/>
          <a:stretch>
            <a:fillRect/>
          </a:stretch>
        </p:blipFill>
        <p:spPr>
          <a:xfrm>
            <a:off x="5870029" y="1308340"/>
            <a:ext cx="5770873" cy="5175850"/>
          </a:xfrm>
          <a:prstGeom prst="rect">
            <a:avLst/>
          </a:prstGeom>
        </p:spPr>
      </p:pic>
    </p:spTree>
    <p:extLst>
      <p:ext uri="{BB962C8B-B14F-4D97-AF65-F5344CB8AC3E}">
        <p14:creationId xmlns:p14="http://schemas.microsoft.com/office/powerpoint/2010/main" val="3922923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461447" y="524767"/>
            <a:ext cx="7008927" cy="1210314"/>
          </a:xfrm>
        </p:spPr>
        <p:txBody>
          <a:bodyPr/>
          <a:lstStyle/>
          <a:p>
            <a:r>
              <a:rPr lang="en-US" altLang="zh-CN"/>
              <a:t>Analysis: Pivot Tables</a:t>
            </a:r>
            <a:endParaRPr lang="en-US"/>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461448" y="1696337"/>
            <a:ext cx="4260180" cy="3061812"/>
          </a:xfrm>
        </p:spPr>
        <p:txBody>
          <a:bodyPr vert="horz" lIns="91440" tIns="45720" rIns="91440" bIns="45720" rtlCol="0" anchor="t">
            <a:noAutofit/>
          </a:bodyPr>
          <a:lstStyle/>
          <a:p>
            <a:r>
              <a:rPr lang="en-US" sz="1400" dirty="0"/>
              <a:t>Inserted pivot tables and charts to show:</a:t>
            </a:r>
          </a:p>
          <a:p>
            <a:pPr marL="285750" indent="-285750">
              <a:buFont typeface="Arial" panose="020B0604020202020204" pitchFamily="34" charset="0"/>
              <a:buChar char="•"/>
            </a:pPr>
            <a:r>
              <a:rPr lang="en-US" sz="1400" dirty="0"/>
              <a:t>Total cost by doctor</a:t>
            </a:r>
          </a:p>
          <a:p>
            <a:pPr marL="285750" indent="-285750">
              <a:buFont typeface="Arial" panose="020B0604020202020204" pitchFamily="34" charset="0"/>
              <a:buChar char="•"/>
            </a:pPr>
            <a:r>
              <a:rPr lang="en-US" sz="1400" dirty="0"/>
              <a:t>Counts of patients by gender</a:t>
            </a:r>
          </a:p>
          <a:p>
            <a:pPr marL="285750" indent="-285750">
              <a:buFont typeface="Arial" panose="020B0604020202020204" pitchFamily="34" charset="0"/>
              <a:buChar char="•"/>
            </a:pPr>
            <a:r>
              <a:rPr lang="en-US" sz="1400" dirty="0"/>
              <a:t>Average cost by diagnosis</a:t>
            </a:r>
          </a:p>
          <a:p>
            <a:pPr marL="285750" indent="-285750">
              <a:buFont typeface="Arial" panose="020B0604020202020204" pitchFamily="34" charset="0"/>
              <a:buChar char="•"/>
            </a:pPr>
            <a:r>
              <a:rPr lang="en-US" sz="1400" dirty="0"/>
              <a:t>Age group distribution</a:t>
            </a:r>
          </a:p>
          <a:p>
            <a:pPr marL="285750" indent="-285750">
              <a:buFont typeface="Arial" panose="020B0604020202020204" pitchFamily="34" charset="0"/>
              <a:buChar char="•"/>
            </a:pPr>
            <a:r>
              <a:rPr lang="en-US" sz="1400" dirty="0"/>
              <a:t>Gender distribution</a:t>
            </a:r>
          </a:p>
          <a:p>
            <a:pPr marL="285750" indent="-285750">
              <a:buFont typeface="Arial" panose="020B0604020202020204" pitchFamily="34" charset="0"/>
              <a:buChar char="•"/>
            </a:pPr>
            <a:r>
              <a:rPr lang="en-US" sz="1400" dirty="0"/>
              <a:t>Total cost by diagnosis</a:t>
            </a:r>
          </a:p>
          <a:p>
            <a:pPr marL="285750" indent="-285750">
              <a:buFont typeface="Arial" panose="020B0604020202020204" pitchFamily="34" charset="0"/>
              <a:buChar char="•"/>
            </a:pPr>
            <a:r>
              <a:rPr lang="en-US" sz="1400" dirty="0"/>
              <a:t>Total cost by treatment</a:t>
            </a:r>
          </a:p>
          <a:p>
            <a:pPr marL="285750" indent="-285750">
              <a:buFont typeface="Arial" panose="020B0604020202020204" pitchFamily="34" charset="0"/>
              <a:buChar char="•"/>
            </a:pPr>
            <a:r>
              <a:rPr lang="en-US" sz="1400" dirty="0"/>
              <a:t>Patient visit by month</a:t>
            </a:r>
          </a:p>
          <a:p>
            <a:pPr marL="285750" indent="-285750">
              <a:buFont typeface="Arial" panose="020B0604020202020204" pitchFamily="34" charset="0"/>
              <a:buChar char="•"/>
            </a:pPr>
            <a:endParaRPr lang="en-US" sz="1400"/>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a:xfrm>
            <a:off x="11194169" y="250259"/>
            <a:ext cx="458592" cy="365125"/>
          </a:xfrm>
        </p:spPr>
        <p:txBody>
          <a:bodyPr/>
          <a:lstStyle/>
          <a:p>
            <a:fld id="{47FEACEE-25B4-4A2D-B147-27296E36371D}" type="slidenum">
              <a:rPr lang="en-US" altLang="zh-CN" smtClean="0"/>
              <a:pPr/>
              <a:t>9</a:t>
            </a:fld>
            <a:endParaRPr lang="en-US" altLang="zh-CN"/>
          </a:p>
        </p:txBody>
      </p:sp>
      <p:pic>
        <p:nvPicPr>
          <p:cNvPr id="3" name="Picture 2" descr="A screenshot of a computer&#10;&#10;AI-generated content may be incorrect.">
            <a:extLst>
              <a:ext uri="{FF2B5EF4-FFF2-40B4-BE49-F238E27FC236}">
                <a16:creationId xmlns:a16="http://schemas.microsoft.com/office/drawing/2014/main" id="{9F47DA73-1BA2-F1F3-85ED-BDC915FFEB1A}"/>
              </a:ext>
            </a:extLst>
          </p:cNvPr>
          <p:cNvPicPr>
            <a:picLocks noChangeAspect="1"/>
          </p:cNvPicPr>
          <p:nvPr/>
        </p:nvPicPr>
        <p:blipFill>
          <a:blip r:embed="rId3"/>
          <a:stretch>
            <a:fillRect/>
          </a:stretch>
        </p:blipFill>
        <p:spPr>
          <a:xfrm>
            <a:off x="6100067" y="1337095"/>
            <a:ext cx="5770873" cy="5175850"/>
          </a:xfrm>
          <a:prstGeom prst="rect">
            <a:avLst/>
          </a:prstGeom>
        </p:spPr>
      </p:pic>
    </p:spTree>
    <p:extLst>
      <p:ext uri="{BB962C8B-B14F-4D97-AF65-F5344CB8AC3E}">
        <p14:creationId xmlns:p14="http://schemas.microsoft.com/office/powerpoint/2010/main" val="1714333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461447" y="438504"/>
            <a:ext cx="12027633" cy="1267823"/>
          </a:xfrm>
        </p:spPr>
        <p:txBody>
          <a:bodyPr/>
          <a:lstStyle/>
          <a:p>
            <a:r>
              <a:rPr lang="en-US" altLang="zh-CN"/>
              <a:t>Analysis: Data Visualization &amp; Reporting</a:t>
            </a:r>
            <a:endParaRPr lang="en-US"/>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333111" y="1510493"/>
            <a:ext cx="2073205" cy="286225"/>
          </a:xfrm>
        </p:spPr>
        <p:txBody>
          <a:bodyPr/>
          <a:lstStyle/>
          <a:p>
            <a:r>
              <a:rPr lang="en-US" b="1"/>
              <a:t>Patient Demographic</a:t>
            </a: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a:xfrm>
            <a:off x="11194169" y="250259"/>
            <a:ext cx="458592" cy="365125"/>
          </a:xfrm>
        </p:spPr>
        <p:txBody>
          <a:bodyPr/>
          <a:lstStyle/>
          <a:p>
            <a:fld id="{47FEACEE-25B4-4A2D-B147-27296E36371D}" type="slidenum">
              <a:rPr lang="en-US" altLang="zh-CN" smtClean="0"/>
              <a:pPr/>
              <a:t>10</a:t>
            </a:fld>
            <a:endParaRPr lang="en-US" altLang="zh-CN"/>
          </a:p>
        </p:txBody>
      </p:sp>
      <p:sp>
        <p:nvSpPr>
          <p:cNvPr id="2" name="Rectangle 1">
            <a:extLst>
              <a:ext uri="{FF2B5EF4-FFF2-40B4-BE49-F238E27FC236}">
                <a16:creationId xmlns:a16="http://schemas.microsoft.com/office/drawing/2014/main" id="{328A5715-5293-45EC-8017-280FAD60806F}"/>
              </a:ext>
            </a:extLst>
          </p:cNvPr>
          <p:cNvSpPr/>
          <p:nvPr/>
        </p:nvSpPr>
        <p:spPr>
          <a:xfrm>
            <a:off x="333110" y="1973180"/>
            <a:ext cx="1126722" cy="18586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A4EACFD-D939-4C0E-BC92-1C8782D8CE07}"/>
              </a:ext>
            </a:extLst>
          </p:cNvPr>
          <p:cNvSpPr txBox="1"/>
          <p:nvPr/>
        </p:nvSpPr>
        <p:spPr>
          <a:xfrm>
            <a:off x="252899" y="1909012"/>
            <a:ext cx="1206932" cy="584775"/>
          </a:xfrm>
          <a:prstGeom prst="rect">
            <a:avLst/>
          </a:prstGeom>
        </p:spPr>
        <p:txBody>
          <a:bodyPr wrap="square" rtlCol="0">
            <a:spAutoFit/>
          </a:bodyPr>
          <a:lstStyle/>
          <a:p>
            <a:pPr marL="0" indent="0" algn="ctr">
              <a:lnSpc>
                <a:spcPct val="100000"/>
              </a:lnSpc>
              <a:spcBef>
                <a:spcPts val="0"/>
              </a:spcBef>
              <a:buFontTx/>
              <a:buNone/>
            </a:pPr>
            <a:r>
              <a:rPr lang="en-GB" sz="3200" b="1">
                <a:solidFill>
                  <a:srgbClr val="446992"/>
                </a:solidFill>
                <a:latin typeface="Calibri" panose="020F0502020204030204" pitchFamily="34" charset="0"/>
                <a:ea typeface="微软雅黑"/>
                <a:cs typeface="Calibri" panose="020F0502020204030204" pitchFamily="34" charset="0"/>
              </a:rPr>
              <a:t>5000</a:t>
            </a:r>
            <a:endParaRPr lang="en-US" sz="3200" b="1">
              <a:solidFill>
                <a:srgbClr val="446992"/>
              </a:solidFill>
              <a:latin typeface="Calibri" panose="020F0502020204030204" pitchFamily="34" charset="0"/>
              <a:ea typeface="微软雅黑"/>
              <a:cs typeface="Calibri" panose="020F0502020204030204" pitchFamily="34" charset="0"/>
            </a:endParaRPr>
          </a:p>
        </p:txBody>
      </p:sp>
      <p:sp>
        <p:nvSpPr>
          <p:cNvPr id="12" name="TextBox 11">
            <a:extLst>
              <a:ext uri="{FF2B5EF4-FFF2-40B4-BE49-F238E27FC236}">
                <a16:creationId xmlns:a16="http://schemas.microsoft.com/office/drawing/2014/main" id="{BFADC742-DEFA-4073-B313-66708F155645}"/>
              </a:ext>
            </a:extLst>
          </p:cNvPr>
          <p:cNvSpPr txBox="1"/>
          <p:nvPr/>
        </p:nvSpPr>
        <p:spPr>
          <a:xfrm>
            <a:off x="333110" y="2648040"/>
            <a:ext cx="1126721" cy="523220"/>
          </a:xfrm>
          <a:prstGeom prst="rect">
            <a:avLst/>
          </a:prstGeom>
        </p:spPr>
        <p:txBody>
          <a:bodyPr wrap="square" rtlCol="0">
            <a:spAutoFit/>
          </a:bodyPr>
          <a:lstStyle/>
          <a:p>
            <a:pPr marL="0" indent="0" algn="ctr">
              <a:lnSpc>
                <a:spcPct val="100000"/>
              </a:lnSpc>
              <a:spcBef>
                <a:spcPts val="0"/>
              </a:spcBef>
              <a:buFontTx/>
              <a:buNone/>
            </a:pPr>
            <a:r>
              <a:rPr lang="en-GB" sz="1400">
                <a:latin typeface="Calibri" panose="020F0502020204030204" pitchFamily="34" charset="0"/>
                <a:ea typeface="微软雅黑"/>
                <a:cs typeface="Calibri" panose="020F0502020204030204" pitchFamily="34" charset="0"/>
              </a:rPr>
              <a:t>Patients</a:t>
            </a:r>
          </a:p>
          <a:p>
            <a:pPr marL="0" indent="0" algn="ctr">
              <a:lnSpc>
                <a:spcPct val="100000"/>
              </a:lnSpc>
              <a:spcBef>
                <a:spcPts val="0"/>
              </a:spcBef>
              <a:buFontTx/>
              <a:buNone/>
            </a:pPr>
            <a:r>
              <a:rPr lang="en-GB" sz="1400">
                <a:latin typeface="Calibri" panose="020F0502020204030204" pitchFamily="34" charset="0"/>
                <a:ea typeface="微软雅黑"/>
                <a:cs typeface="Calibri" panose="020F0502020204030204" pitchFamily="34" charset="0"/>
              </a:rPr>
              <a:t>(2022-2023)</a:t>
            </a:r>
            <a:endParaRPr lang="en-US" sz="1600">
              <a:latin typeface="Calibri" panose="020F0502020204030204" pitchFamily="34" charset="0"/>
              <a:ea typeface="微软雅黑"/>
              <a:cs typeface="Calibri" panose="020F0502020204030204" pitchFamily="34" charset="0"/>
            </a:endParaRPr>
          </a:p>
        </p:txBody>
      </p:sp>
      <p:pic>
        <p:nvPicPr>
          <p:cNvPr id="2050" name="Picture 2" descr="A picture containing screenshot, circle, black, graphics&#10;&#10;Description automatically generated">
            <a:extLst>
              <a:ext uri="{FF2B5EF4-FFF2-40B4-BE49-F238E27FC236}">
                <a16:creationId xmlns:a16="http://schemas.microsoft.com/office/drawing/2014/main" id="{A8EE6830-4FE2-4C09-B00A-E9CE202AD0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626470" y="3365540"/>
            <a:ext cx="540000" cy="436577"/>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568C21FF-41A5-438C-99E1-AD36D5586E9D}"/>
              </a:ext>
            </a:extLst>
          </p:cNvPr>
          <p:cNvSpPr/>
          <p:nvPr/>
        </p:nvSpPr>
        <p:spPr>
          <a:xfrm>
            <a:off x="1753191" y="1973181"/>
            <a:ext cx="3059441" cy="18586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Chart 14">
            <a:extLst>
              <a:ext uri="{FF2B5EF4-FFF2-40B4-BE49-F238E27FC236}">
                <a16:creationId xmlns:a16="http://schemas.microsoft.com/office/drawing/2014/main" id="{E643ABB9-EB36-4307-B8A7-1E9F3FA90700}"/>
              </a:ext>
            </a:extLst>
          </p:cNvPr>
          <p:cNvGraphicFramePr>
            <a:graphicFrameLocks/>
          </p:cNvGraphicFramePr>
          <p:nvPr>
            <p:extLst>
              <p:ext uri="{D42A27DB-BD31-4B8C-83A1-F6EECF244321}">
                <p14:modId xmlns:p14="http://schemas.microsoft.com/office/powerpoint/2010/main" val="206917058"/>
              </p:ext>
            </p:extLst>
          </p:nvPr>
        </p:nvGraphicFramePr>
        <p:xfrm>
          <a:off x="1729260" y="1930438"/>
          <a:ext cx="3059440" cy="1861448"/>
        </p:xfrm>
        <a:graphic>
          <a:graphicData uri="http://schemas.openxmlformats.org/drawingml/2006/chart">
            <c:chart xmlns:c="http://schemas.openxmlformats.org/drawingml/2006/chart" xmlns:r="http://schemas.openxmlformats.org/officeDocument/2006/relationships" r:id="rId4"/>
          </a:graphicData>
        </a:graphic>
      </p:graphicFrame>
      <p:sp>
        <p:nvSpPr>
          <p:cNvPr id="16" name="Rectangle 15">
            <a:extLst>
              <a:ext uri="{FF2B5EF4-FFF2-40B4-BE49-F238E27FC236}">
                <a16:creationId xmlns:a16="http://schemas.microsoft.com/office/drawing/2014/main" id="{4189C320-2753-40D2-987E-5E191CBA7323}"/>
              </a:ext>
            </a:extLst>
          </p:cNvPr>
          <p:cNvSpPr/>
          <p:nvPr/>
        </p:nvSpPr>
        <p:spPr>
          <a:xfrm>
            <a:off x="4929527" y="1973181"/>
            <a:ext cx="3059441" cy="18586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7" name="Gender Distribution">
            <a:extLst>
              <a:ext uri="{FF2B5EF4-FFF2-40B4-BE49-F238E27FC236}">
                <a16:creationId xmlns:a16="http://schemas.microsoft.com/office/drawing/2014/main" id="{A3AAABE0-229C-4601-8B1A-54F4233DCE8E}"/>
              </a:ext>
            </a:extLst>
          </p:cNvPr>
          <p:cNvGraphicFramePr>
            <a:graphicFrameLocks/>
          </p:cNvGraphicFramePr>
          <p:nvPr>
            <p:extLst>
              <p:ext uri="{D42A27DB-BD31-4B8C-83A1-F6EECF244321}">
                <p14:modId xmlns:p14="http://schemas.microsoft.com/office/powerpoint/2010/main" val="1059761223"/>
              </p:ext>
            </p:extLst>
          </p:nvPr>
        </p:nvGraphicFramePr>
        <p:xfrm>
          <a:off x="4836563" y="1959428"/>
          <a:ext cx="2985748" cy="1861448"/>
        </p:xfrm>
        <a:graphic>
          <a:graphicData uri="http://schemas.openxmlformats.org/drawingml/2006/chart">
            <c:chart xmlns:c="http://schemas.openxmlformats.org/drawingml/2006/chart" xmlns:r="http://schemas.openxmlformats.org/officeDocument/2006/relationships" r:id="rId5"/>
          </a:graphicData>
        </a:graphic>
      </p:graphicFrame>
      <p:sp>
        <p:nvSpPr>
          <p:cNvPr id="22" name="Text Placeholder 19">
            <a:extLst>
              <a:ext uri="{FF2B5EF4-FFF2-40B4-BE49-F238E27FC236}">
                <a16:creationId xmlns:a16="http://schemas.microsoft.com/office/drawing/2014/main" id="{CC98208D-305E-421B-9FA4-3978C922FF3D}"/>
              </a:ext>
            </a:extLst>
          </p:cNvPr>
          <p:cNvSpPr txBox="1">
            <a:spLocks/>
          </p:cNvSpPr>
          <p:nvPr/>
        </p:nvSpPr>
        <p:spPr>
          <a:xfrm>
            <a:off x="333111" y="4022305"/>
            <a:ext cx="2073205" cy="286225"/>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5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Patient Visit Trend</a:t>
            </a:r>
          </a:p>
        </p:txBody>
      </p:sp>
      <p:sp>
        <p:nvSpPr>
          <p:cNvPr id="23" name="Rectangle 22">
            <a:extLst>
              <a:ext uri="{FF2B5EF4-FFF2-40B4-BE49-F238E27FC236}">
                <a16:creationId xmlns:a16="http://schemas.microsoft.com/office/drawing/2014/main" id="{309142A5-AD46-4115-9124-2477EBA43E83}"/>
              </a:ext>
            </a:extLst>
          </p:cNvPr>
          <p:cNvSpPr/>
          <p:nvPr/>
        </p:nvSpPr>
        <p:spPr>
          <a:xfrm>
            <a:off x="333111" y="4333946"/>
            <a:ext cx="7655858" cy="21952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7" name="Chart 26">
            <a:extLst>
              <a:ext uri="{FF2B5EF4-FFF2-40B4-BE49-F238E27FC236}">
                <a16:creationId xmlns:a16="http://schemas.microsoft.com/office/drawing/2014/main" id="{F09E190B-7259-4B6D-9644-39C39430CF60}"/>
              </a:ext>
            </a:extLst>
          </p:cNvPr>
          <p:cNvGraphicFramePr>
            <a:graphicFrameLocks/>
          </p:cNvGraphicFramePr>
          <p:nvPr>
            <p:extLst>
              <p:ext uri="{D42A27DB-BD31-4B8C-83A1-F6EECF244321}">
                <p14:modId xmlns:p14="http://schemas.microsoft.com/office/powerpoint/2010/main" val="3289796412"/>
              </p:ext>
            </p:extLst>
          </p:nvPr>
        </p:nvGraphicFramePr>
        <p:xfrm>
          <a:off x="461448" y="4344885"/>
          <a:ext cx="7360864" cy="2045866"/>
        </p:xfrm>
        <a:graphic>
          <a:graphicData uri="http://schemas.openxmlformats.org/drawingml/2006/chart">
            <c:chart xmlns:c="http://schemas.openxmlformats.org/drawingml/2006/chart" xmlns:r="http://schemas.openxmlformats.org/officeDocument/2006/relationships" r:id="rId6"/>
          </a:graphicData>
        </a:graphic>
      </p:graphicFrame>
      <p:sp>
        <p:nvSpPr>
          <p:cNvPr id="4" name="TextBox 3">
            <a:extLst>
              <a:ext uri="{FF2B5EF4-FFF2-40B4-BE49-F238E27FC236}">
                <a16:creationId xmlns:a16="http://schemas.microsoft.com/office/drawing/2014/main" id="{0013E77E-F67F-438D-9A5F-35B221F1C51D}"/>
              </a:ext>
            </a:extLst>
          </p:cNvPr>
          <p:cNvSpPr txBox="1"/>
          <p:nvPr/>
        </p:nvSpPr>
        <p:spPr>
          <a:xfrm>
            <a:off x="8117306" y="1987207"/>
            <a:ext cx="3535455" cy="4616648"/>
          </a:xfrm>
          <a:prstGeom prst="rect">
            <a:avLst/>
          </a:prstGeom>
        </p:spPr>
        <p:txBody>
          <a:bodyPr wrap="square" rtlCol="0">
            <a:spAutoFit/>
          </a:bodyPr>
          <a:lstStyle/>
          <a:p>
            <a:pPr marL="171450" indent="-171450" algn="just">
              <a:lnSpc>
                <a:spcPct val="100000"/>
              </a:lnSpc>
              <a:spcBef>
                <a:spcPts val="0"/>
              </a:spcBef>
              <a:buFont typeface="Arial" panose="020B0604020202020204" pitchFamily="34" charset="0"/>
              <a:buChar char="•"/>
            </a:pPr>
            <a:r>
              <a:rPr lang="en-US" sz="1400"/>
              <a:t>Male and female patients make up almost the same proportion around 33% each while the ‘other’ category also sits at about 34%. This tells us the hospital serves a fairly balanced population across genders.</a:t>
            </a:r>
          </a:p>
          <a:p>
            <a:pPr marL="171450" indent="-171450" algn="just">
              <a:lnSpc>
                <a:spcPct val="100000"/>
              </a:lnSpc>
              <a:spcBef>
                <a:spcPts val="0"/>
              </a:spcBef>
              <a:buFont typeface="Arial" panose="020B0604020202020204" pitchFamily="34" charset="0"/>
              <a:buChar char="•"/>
            </a:pPr>
            <a:endParaRPr lang="en-US" sz="1400"/>
          </a:p>
          <a:p>
            <a:pPr marL="171450" indent="-171450" algn="just">
              <a:lnSpc>
                <a:spcPct val="100000"/>
              </a:lnSpc>
              <a:spcBef>
                <a:spcPts val="0"/>
              </a:spcBef>
              <a:buFont typeface="Arial" panose="020B0604020202020204" pitchFamily="34" charset="0"/>
              <a:buChar char="•"/>
            </a:pPr>
            <a:r>
              <a:rPr lang="en-US" sz="1400"/>
              <a:t>The “Old” age group has the largest number of patients (2,014)</a:t>
            </a:r>
            <a:br>
              <a:rPr lang="en-US" sz="1400"/>
            </a:br>
            <a:r>
              <a:rPr lang="en-US" sz="1400"/>
              <a:t>This indicates that older individuals tend to visit the hospital more frequently, likely due to ongoing medical conditions or routine health checks</a:t>
            </a:r>
          </a:p>
          <a:p>
            <a:pPr algn="just">
              <a:lnSpc>
                <a:spcPct val="100000"/>
              </a:lnSpc>
              <a:spcBef>
                <a:spcPts val="0"/>
              </a:spcBef>
            </a:pPr>
            <a:endParaRPr lang="en-US" sz="1400"/>
          </a:p>
          <a:p>
            <a:pPr marL="171450" indent="-171450" algn="just">
              <a:lnSpc>
                <a:spcPct val="100000"/>
              </a:lnSpc>
              <a:spcBef>
                <a:spcPts val="0"/>
              </a:spcBef>
              <a:buFont typeface="Arial" panose="020B0604020202020204" pitchFamily="34" charset="0"/>
              <a:buChar char="•"/>
            </a:pPr>
            <a:r>
              <a:rPr lang="en-US" sz="1400"/>
              <a:t>From the data, September had the highest number of visits (447) while February had the least (363). This indicates an increase in patients visits around September, possibly due to seasonal factors or scheduled procedures.</a:t>
            </a:r>
            <a:endParaRPr lang="en-US" sz="1400">
              <a:solidFill>
                <a:prstClr val="white"/>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320962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333111" y="1510493"/>
            <a:ext cx="2073205" cy="286225"/>
          </a:xfrm>
        </p:spPr>
        <p:txBody>
          <a:bodyPr/>
          <a:lstStyle/>
          <a:p>
            <a:r>
              <a:rPr lang="en-US" b="1"/>
              <a:t>Revenue Drivers:</a:t>
            </a: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a:xfrm>
            <a:off x="11194169" y="250259"/>
            <a:ext cx="458592" cy="365125"/>
          </a:xfrm>
        </p:spPr>
        <p:txBody>
          <a:bodyPr/>
          <a:lstStyle/>
          <a:p>
            <a:fld id="{47FEACEE-25B4-4A2D-B147-27296E36371D}" type="slidenum">
              <a:rPr lang="en-US" altLang="zh-CN" smtClean="0"/>
              <a:pPr/>
              <a:t>11</a:t>
            </a:fld>
            <a:endParaRPr lang="en-US" altLang="zh-CN"/>
          </a:p>
        </p:txBody>
      </p:sp>
      <p:sp>
        <p:nvSpPr>
          <p:cNvPr id="2" name="Rectangle 1">
            <a:extLst>
              <a:ext uri="{FF2B5EF4-FFF2-40B4-BE49-F238E27FC236}">
                <a16:creationId xmlns:a16="http://schemas.microsoft.com/office/drawing/2014/main" id="{328A5715-5293-45EC-8017-280FAD60806F}"/>
              </a:ext>
            </a:extLst>
          </p:cNvPr>
          <p:cNvSpPr/>
          <p:nvPr/>
        </p:nvSpPr>
        <p:spPr>
          <a:xfrm>
            <a:off x="333110" y="1973180"/>
            <a:ext cx="1126722" cy="18586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A4EACFD-D939-4C0E-BC92-1C8782D8CE07}"/>
              </a:ext>
            </a:extLst>
          </p:cNvPr>
          <p:cNvSpPr txBox="1"/>
          <p:nvPr/>
        </p:nvSpPr>
        <p:spPr>
          <a:xfrm>
            <a:off x="252899" y="2025124"/>
            <a:ext cx="1206932" cy="307777"/>
          </a:xfrm>
          <a:prstGeom prst="rect">
            <a:avLst/>
          </a:prstGeom>
        </p:spPr>
        <p:txBody>
          <a:bodyPr wrap="square" rtlCol="0">
            <a:spAutoFit/>
          </a:bodyPr>
          <a:lstStyle/>
          <a:p>
            <a:pPr algn="ctr"/>
            <a:r>
              <a:rPr lang="en-US" sz="1400" b="1">
                <a:solidFill>
                  <a:srgbClr val="446992"/>
                </a:solidFill>
                <a:latin typeface="Calibri" panose="020F0502020204030204" pitchFamily="34" charset="0"/>
                <a:ea typeface="微软雅黑"/>
                <a:cs typeface="Calibri" panose="020F0502020204030204" pitchFamily="34" charset="0"/>
              </a:rPr>
              <a:t>$12,440,791 </a:t>
            </a:r>
          </a:p>
        </p:txBody>
      </p:sp>
      <p:sp>
        <p:nvSpPr>
          <p:cNvPr id="12" name="TextBox 11">
            <a:extLst>
              <a:ext uri="{FF2B5EF4-FFF2-40B4-BE49-F238E27FC236}">
                <a16:creationId xmlns:a16="http://schemas.microsoft.com/office/drawing/2014/main" id="{BFADC742-DEFA-4073-B313-66708F155645}"/>
              </a:ext>
            </a:extLst>
          </p:cNvPr>
          <p:cNvSpPr txBox="1"/>
          <p:nvPr/>
        </p:nvSpPr>
        <p:spPr>
          <a:xfrm>
            <a:off x="333110" y="2648040"/>
            <a:ext cx="1126721" cy="738664"/>
          </a:xfrm>
          <a:prstGeom prst="rect">
            <a:avLst/>
          </a:prstGeom>
        </p:spPr>
        <p:txBody>
          <a:bodyPr wrap="square" rtlCol="0">
            <a:spAutoFit/>
          </a:bodyPr>
          <a:lstStyle/>
          <a:p>
            <a:pPr marL="0" indent="0" algn="ctr">
              <a:lnSpc>
                <a:spcPct val="100000"/>
              </a:lnSpc>
              <a:spcBef>
                <a:spcPts val="0"/>
              </a:spcBef>
              <a:buFontTx/>
              <a:buNone/>
            </a:pPr>
            <a:r>
              <a:rPr lang="en-GB" sz="1400">
                <a:latin typeface="Calibri" panose="020F0502020204030204" pitchFamily="34" charset="0"/>
                <a:ea typeface="微软雅黑"/>
                <a:cs typeface="Calibri" panose="020F0502020204030204" pitchFamily="34" charset="0"/>
              </a:rPr>
              <a:t>Total Revenue</a:t>
            </a:r>
          </a:p>
          <a:p>
            <a:pPr marL="0" indent="0" algn="ctr">
              <a:lnSpc>
                <a:spcPct val="100000"/>
              </a:lnSpc>
              <a:spcBef>
                <a:spcPts val="0"/>
              </a:spcBef>
              <a:buFontTx/>
              <a:buNone/>
            </a:pPr>
            <a:r>
              <a:rPr lang="en-GB" sz="1400">
                <a:latin typeface="Calibri" panose="020F0502020204030204" pitchFamily="34" charset="0"/>
                <a:ea typeface="微软雅黑"/>
                <a:cs typeface="Calibri" panose="020F0502020204030204" pitchFamily="34" charset="0"/>
              </a:rPr>
              <a:t>(2022-2023)</a:t>
            </a:r>
            <a:endParaRPr lang="en-US" sz="1600">
              <a:latin typeface="Calibri" panose="020F0502020204030204" pitchFamily="34" charset="0"/>
              <a:ea typeface="微软雅黑"/>
              <a:cs typeface="Calibri" panose="020F0502020204030204" pitchFamily="34" charset="0"/>
            </a:endParaRPr>
          </a:p>
        </p:txBody>
      </p:sp>
      <p:pic>
        <p:nvPicPr>
          <p:cNvPr id="2050" name="Picture 2" descr="A picture containing screenshot, circle, black, graphics&#10;&#10;Description automatically generated">
            <a:extLst>
              <a:ext uri="{FF2B5EF4-FFF2-40B4-BE49-F238E27FC236}">
                <a16:creationId xmlns:a16="http://schemas.microsoft.com/office/drawing/2014/main" id="{A8EE6830-4FE2-4C09-B00A-E9CE202AD0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626470" y="3365540"/>
            <a:ext cx="540000" cy="436577"/>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568C21FF-41A5-438C-99E1-AD36D5586E9D}"/>
              </a:ext>
            </a:extLst>
          </p:cNvPr>
          <p:cNvSpPr/>
          <p:nvPr/>
        </p:nvSpPr>
        <p:spPr>
          <a:xfrm>
            <a:off x="1753191" y="1973181"/>
            <a:ext cx="6235777" cy="18586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9">
            <a:extLst>
              <a:ext uri="{FF2B5EF4-FFF2-40B4-BE49-F238E27FC236}">
                <a16:creationId xmlns:a16="http://schemas.microsoft.com/office/drawing/2014/main" id="{CC98208D-305E-421B-9FA4-3978C922FF3D}"/>
              </a:ext>
            </a:extLst>
          </p:cNvPr>
          <p:cNvSpPr txBox="1">
            <a:spLocks/>
          </p:cNvSpPr>
          <p:nvPr/>
        </p:nvSpPr>
        <p:spPr>
          <a:xfrm>
            <a:off x="333111" y="4022305"/>
            <a:ext cx="2073205" cy="286225"/>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5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Revenue by Treatment</a:t>
            </a:r>
            <a:endParaRPr lang="en-US"/>
          </a:p>
        </p:txBody>
      </p:sp>
      <p:sp>
        <p:nvSpPr>
          <p:cNvPr id="23" name="Rectangle 22">
            <a:extLst>
              <a:ext uri="{FF2B5EF4-FFF2-40B4-BE49-F238E27FC236}">
                <a16:creationId xmlns:a16="http://schemas.microsoft.com/office/drawing/2014/main" id="{309142A5-AD46-4115-9124-2477EBA43E83}"/>
              </a:ext>
            </a:extLst>
          </p:cNvPr>
          <p:cNvSpPr/>
          <p:nvPr/>
        </p:nvSpPr>
        <p:spPr>
          <a:xfrm>
            <a:off x="333111" y="4333946"/>
            <a:ext cx="7655858" cy="21952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013E77E-F67F-438D-9A5F-35B221F1C51D}"/>
              </a:ext>
            </a:extLst>
          </p:cNvPr>
          <p:cNvSpPr txBox="1"/>
          <p:nvPr/>
        </p:nvSpPr>
        <p:spPr>
          <a:xfrm>
            <a:off x="8238912" y="1973180"/>
            <a:ext cx="3535455" cy="3108543"/>
          </a:xfrm>
          <a:prstGeom prst="rect">
            <a:avLst/>
          </a:prstGeom>
        </p:spPr>
        <p:txBody>
          <a:bodyPr wrap="square" rtlCol="0">
            <a:spAutoFit/>
          </a:bodyPr>
          <a:lstStyle/>
          <a:p>
            <a:pPr marL="171450" indent="-171450" algn="just">
              <a:lnSpc>
                <a:spcPct val="100000"/>
              </a:lnSpc>
              <a:spcBef>
                <a:spcPts val="0"/>
              </a:spcBef>
              <a:buFont typeface="Arial" panose="020B0604020202020204" pitchFamily="34" charset="0"/>
              <a:buChar char="•"/>
            </a:pPr>
            <a:r>
              <a:rPr lang="en-US" sz="1400"/>
              <a:t>The top diagnoses driving total treatment costs are migraine, cancer, COVID-19, and hypertension. These conditions are either chronic, complex, or acute with high resource demands. Cancer and COVID, in particular, often require intensive care, specialized treatments, and prolonged recovery periods.</a:t>
            </a:r>
          </a:p>
          <a:p>
            <a:pPr algn="just">
              <a:lnSpc>
                <a:spcPct val="100000"/>
              </a:lnSpc>
              <a:spcBef>
                <a:spcPts val="0"/>
              </a:spcBef>
            </a:pPr>
            <a:endParaRPr lang="en-US" sz="1400"/>
          </a:p>
          <a:p>
            <a:pPr marL="171450" indent="-171450" algn="just">
              <a:lnSpc>
                <a:spcPct val="100000"/>
              </a:lnSpc>
              <a:spcBef>
                <a:spcPts val="0"/>
              </a:spcBef>
              <a:buFont typeface="Arial" panose="020B0604020202020204" pitchFamily="34" charset="0"/>
              <a:buChar char="•"/>
            </a:pPr>
            <a:r>
              <a:rPr lang="en-US" sz="1400"/>
              <a:t>Surgery emerges as the most expensive, followed by therapy and medication. This aligns with expectations, as surgical and long-term treatments tend to be resource-intensive.</a:t>
            </a:r>
          </a:p>
        </p:txBody>
      </p:sp>
      <p:graphicFrame>
        <p:nvGraphicFramePr>
          <p:cNvPr id="18" name="Total Cost By Diagnosis">
            <a:extLst>
              <a:ext uri="{FF2B5EF4-FFF2-40B4-BE49-F238E27FC236}">
                <a16:creationId xmlns:a16="http://schemas.microsoft.com/office/drawing/2014/main" id="{C4695899-0973-4A17-AD8D-57CD37E6850C}"/>
              </a:ext>
            </a:extLst>
          </p:cNvPr>
          <p:cNvGraphicFramePr>
            <a:graphicFrameLocks/>
          </p:cNvGraphicFramePr>
          <p:nvPr>
            <p:extLst>
              <p:ext uri="{D42A27DB-BD31-4B8C-83A1-F6EECF244321}">
                <p14:modId xmlns:p14="http://schemas.microsoft.com/office/powerpoint/2010/main" val="2577454079"/>
              </p:ext>
            </p:extLst>
          </p:nvPr>
        </p:nvGraphicFramePr>
        <p:xfrm>
          <a:off x="1734585" y="1998913"/>
          <a:ext cx="6235777" cy="180320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9" name="Total Cost By Treatment">
            <a:extLst>
              <a:ext uri="{FF2B5EF4-FFF2-40B4-BE49-F238E27FC236}">
                <a16:creationId xmlns:a16="http://schemas.microsoft.com/office/drawing/2014/main" id="{5F150095-6255-4DAA-82AA-8EB959612316}"/>
              </a:ext>
            </a:extLst>
          </p:cNvPr>
          <p:cNvGraphicFramePr>
            <a:graphicFrameLocks/>
          </p:cNvGraphicFramePr>
          <p:nvPr>
            <p:extLst>
              <p:ext uri="{D42A27DB-BD31-4B8C-83A1-F6EECF244321}">
                <p14:modId xmlns:p14="http://schemas.microsoft.com/office/powerpoint/2010/main" val="1913020537"/>
              </p:ext>
            </p:extLst>
          </p:nvPr>
        </p:nvGraphicFramePr>
        <p:xfrm>
          <a:off x="626470" y="4499019"/>
          <a:ext cx="7196730" cy="1931660"/>
        </p:xfrm>
        <a:graphic>
          <a:graphicData uri="http://schemas.openxmlformats.org/drawingml/2006/chart">
            <c:chart xmlns:c="http://schemas.openxmlformats.org/drawingml/2006/chart" xmlns:r="http://schemas.openxmlformats.org/officeDocument/2006/relationships" r:id="rId5"/>
          </a:graphicData>
        </a:graphic>
      </p:graphicFrame>
      <p:sp>
        <p:nvSpPr>
          <p:cNvPr id="10" name="Title 4">
            <a:extLst>
              <a:ext uri="{FF2B5EF4-FFF2-40B4-BE49-F238E27FC236}">
                <a16:creationId xmlns:a16="http://schemas.microsoft.com/office/drawing/2014/main" id="{FFAAA2D8-ABDE-4FD4-9CCC-0580BFED5D6C}"/>
              </a:ext>
            </a:extLst>
          </p:cNvPr>
          <p:cNvSpPr txBox="1">
            <a:spLocks/>
          </p:cNvSpPr>
          <p:nvPr/>
        </p:nvSpPr>
        <p:spPr>
          <a:xfrm>
            <a:off x="461447" y="438504"/>
            <a:ext cx="12027633" cy="12678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r>
              <a:rPr lang="en-US" altLang="zh-CN"/>
              <a:t>Analysis: Data Visualization &amp; Reporting</a:t>
            </a:r>
            <a:endParaRPr lang="en-US"/>
          </a:p>
        </p:txBody>
      </p:sp>
    </p:spTree>
    <p:extLst>
      <p:ext uri="{BB962C8B-B14F-4D97-AF65-F5344CB8AC3E}">
        <p14:creationId xmlns:p14="http://schemas.microsoft.com/office/powerpoint/2010/main" val="1712042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333111" y="1510493"/>
            <a:ext cx="2073205" cy="286225"/>
          </a:xfrm>
        </p:spPr>
        <p:txBody>
          <a:bodyPr/>
          <a:lstStyle/>
          <a:p>
            <a:r>
              <a:rPr lang="en-US" b="1"/>
              <a:t>Provider Impact:</a:t>
            </a: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a:xfrm>
            <a:off x="11194169" y="250259"/>
            <a:ext cx="458592" cy="365125"/>
          </a:xfrm>
        </p:spPr>
        <p:txBody>
          <a:bodyPr/>
          <a:lstStyle/>
          <a:p>
            <a:fld id="{47FEACEE-25B4-4A2D-B147-27296E36371D}" type="slidenum">
              <a:rPr lang="en-US" altLang="zh-CN" smtClean="0"/>
              <a:pPr/>
              <a:t>12</a:t>
            </a:fld>
            <a:endParaRPr lang="en-US" altLang="zh-CN"/>
          </a:p>
        </p:txBody>
      </p:sp>
      <p:sp>
        <p:nvSpPr>
          <p:cNvPr id="14" name="Rectangle 13">
            <a:extLst>
              <a:ext uri="{FF2B5EF4-FFF2-40B4-BE49-F238E27FC236}">
                <a16:creationId xmlns:a16="http://schemas.microsoft.com/office/drawing/2014/main" id="{568C21FF-41A5-438C-99E1-AD36D5586E9D}"/>
              </a:ext>
            </a:extLst>
          </p:cNvPr>
          <p:cNvSpPr/>
          <p:nvPr/>
        </p:nvSpPr>
        <p:spPr>
          <a:xfrm>
            <a:off x="461447" y="1996238"/>
            <a:ext cx="7158553" cy="4336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013E77E-F67F-438D-9A5F-35B221F1C51D}"/>
              </a:ext>
            </a:extLst>
          </p:cNvPr>
          <p:cNvSpPr txBox="1"/>
          <p:nvPr/>
        </p:nvSpPr>
        <p:spPr>
          <a:xfrm>
            <a:off x="8238912" y="1973180"/>
            <a:ext cx="3535455" cy="1169551"/>
          </a:xfrm>
          <a:prstGeom prst="rect">
            <a:avLst/>
          </a:prstGeom>
        </p:spPr>
        <p:txBody>
          <a:bodyPr wrap="square" rtlCol="0">
            <a:spAutoFit/>
          </a:bodyPr>
          <a:lstStyle/>
          <a:p>
            <a:pPr marL="171450" indent="-171450" algn="just">
              <a:lnSpc>
                <a:spcPct val="100000"/>
              </a:lnSpc>
              <a:spcBef>
                <a:spcPts val="0"/>
              </a:spcBef>
              <a:buFont typeface="Arial" panose="020B0604020202020204" pitchFamily="34" charset="0"/>
              <a:buChar char="•"/>
            </a:pPr>
            <a:r>
              <a:rPr lang="en-US" sz="1400"/>
              <a:t>Looking at provider-level data, Dr. Wong, Dr. Lee, and Dr. Patel are associated with the highest total patient costs. This may indicate they handle more complex cases or see a higher volume of patients.</a:t>
            </a:r>
          </a:p>
        </p:txBody>
      </p:sp>
      <p:graphicFrame>
        <p:nvGraphicFramePr>
          <p:cNvPr id="8" name="Chart 7">
            <a:extLst>
              <a:ext uri="{FF2B5EF4-FFF2-40B4-BE49-F238E27FC236}">
                <a16:creationId xmlns:a16="http://schemas.microsoft.com/office/drawing/2014/main" id="{DA66CA99-C1AF-47D7-9CEE-07DAF07B5A43}"/>
              </a:ext>
            </a:extLst>
          </p:cNvPr>
          <p:cNvGraphicFramePr>
            <a:graphicFrameLocks/>
          </p:cNvGraphicFramePr>
          <p:nvPr>
            <p:extLst>
              <p:ext uri="{D42A27DB-BD31-4B8C-83A1-F6EECF244321}">
                <p14:modId xmlns:p14="http://schemas.microsoft.com/office/powerpoint/2010/main" val="700507715"/>
              </p:ext>
            </p:extLst>
          </p:nvPr>
        </p:nvGraphicFramePr>
        <p:xfrm>
          <a:off x="461447" y="1996239"/>
          <a:ext cx="7158552" cy="4336994"/>
        </p:xfrm>
        <a:graphic>
          <a:graphicData uri="http://schemas.openxmlformats.org/drawingml/2006/chart">
            <c:chart xmlns:c="http://schemas.openxmlformats.org/drawingml/2006/chart" xmlns:r="http://schemas.openxmlformats.org/officeDocument/2006/relationships" r:id="rId3"/>
          </a:graphicData>
        </a:graphic>
      </p:graphicFrame>
      <p:sp>
        <p:nvSpPr>
          <p:cNvPr id="9" name="Title 4">
            <a:extLst>
              <a:ext uri="{FF2B5EF4-FFF2-40B4-BE49-F238E27FC236}">
                <a16:creationId xmlns:a16="http://schemas.microsoft.com/office/drawing/2014/main" id="{674EDA18-B7F6-8B75-3544-744301B61918}"/>
              </a:ext>
            </a:extLst>
          </p:cNvPr>
          <p:cNvSpPr txBox="1">
            <a:spLocks/>
          </p:cNvSpPr>
          <p:nvPr/>
        </p:nvSpPr>
        <p:spPr>
          <a:xfrm>
            <a:off x="461447" y="438504"/>
            <a:ext cx="12027633" cy="12678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r>
              <a:rPr lang="en-US" altLang="zh-CN"/>
              <a:t>Analysis: Data Visualization &amp; Reporting</a:t>
            </a:r>
            <a:endParaRPr lang="en-US"/>
          </a:p>
        </p:txBody>
      </p:sp>
    </p:spTree>
    <p:extLst>
      <p:ext uri="{BB962C8B-B14F-4D97-AF65-F5344CB8AC3E}">
        <p14:creationId xmlns:p14="http://schemas.microsoft.com/office/powerpoint/2010/main" val="4147461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333111" y="1510493"/>
            <a:ext cx="2073205" cy="286225"/>
          </a:xfrm>
        </p:spPr>
        <p:txBody>
          <a:bodyPr/>
          <a:lstStyle/>
          <a:p>
            <a:r>
              <a:rPr lang="en-US" b="1"/>
              <a:t>Provider Impact:</a:t>
            </a: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a:xfrm>
            <a:off x="11194169" y="250259"/>
            <a:ext cx="458592" cy="365125"/>
          </a:xfrm>
        </p:spPr>
        <p:txBody>
          <a:bodyPr/>
          <a:lstStyle/>
          <a:p>
            <a:fld id="{47FEACEE-25B4-4A2D-B147-27296E36371D}" type="slidenum">
              <a:rPr lang="en-US" altLang="zh-CN" smtClean="0"/>
              <a:pPr/>
              <a:t>13</a:t>
            </a:fld>
            <a:endParaRPr lang="en-US" altLang="zh-CN"/>
          </a:p>
        </p:txBody>
      </p:sp>
      <p:sp>
        <p:nvSpPr>
          <p:cNvPr id="4" name="TextBox 3">
            <a:extLst>
              <a:ext uri="{FF2B5EF4-FFF2-40B4-BE49-F238E27FC236}">
                <a16:creationId xmlns:a16="http://schemas.microsoft.com/office/drawing/2014/main" id="{0013E77E-F67F-438D-9A5F-35B221F1C51D}"/>
              </a:ext>
            </a:extLst>
          </p:cNvPr>
          <p:cNvSpPr txBox="1"/>
          <p:nvPr/>
        </p:nvSpPr>
        <p:spPr>
          <a:xfrm>
            <a:off x="8941624" y="1967499"/>
            <a:ext cx="2873005" cy="2031325"/>
          </a:xfrm>
          <a:prstGeom prst="rect">
            <a:avLst/>
          </a:prstGeom>
        </p:spPr>
        <p:txBody>
          <a:bodyPr wrap="square" rtlCol="0">
            <a:spAutoFit/>
          </a:bodyPr>
          <a:lstStyle/>
          <a:p>
            <a:pPr marL="171450" indent="-171450" algn="just">
              <a:lnSpc>
                <a:spcPct val="100000"/>
              </a:lnSpc>
              <a:spcBef>
                <a:spcPts val="0"/>
              </a:spcBef>
              <a:buFont typeface="Arial" panose="020B0604020202020204" pitchFamily="34" charset="0"/>
              <a:buChar char="•"/>
            </a:pPr>
            <a:r>
              <a:rPr lang="en-US" sz="1400"/>
              <a:t>Dr. Wong, Lee and </a:t>
            </a:r>
            <a:r>
              <a:rPr lang="en-US" sz="1400" err="1"/>
              <a:t>Partel</a:t>
            </a:r>
            <a:r>
              <a:rPr lang="en-US" sz="1400"/>
              <a:t> see a higher volume of patients, are among the top 3 who handle surgery and therapy cases (major cases handled in the hospital) and Dr. Wong particularly has more patients in the elder and old demography (highest across age demography)</a:t>
            </a:r>
          </a:p>
        </p:txBody>
      </p:sp>
      <p:sp>
        <p:nvSpPr>
          <p:cNvPr id="10" name="Rectangle 9">
            <a:extLst>
              <a:ext uri="{FF2B5EF4-FFF2-40B4-BE49-F238E27FC236}">
                <a16:creationId xmlns:a16="http://schemas.microsoft.com/office/drawing/2014/main" id="{74EACBBB-6944-4AF3-A340-0122351C838D}"/>
              </a:ext>
            </a:extLst>
          </p:cNvPr>
          <p:cNvSpPr/>
          <p:nvPr/>
        </p:nvSpPr>
        <p:spPr>
          <a:xfrm>
            <a:off x="491933" y="1973180"/>
            <a:ext cx="4081523" cy="43471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8ACE9807-07FC-46ED-A6EF-61BF62449F14}"/>
              </a:ext>
            </a:extLst>
          </p:cNvPr>
          <p:cNvGrpSpPr/>
          <p:nvPr/>
        </p:nvGrpSpPr>
        <p:grpSpPr>
          <a:xfrm>
            <a:off x="4830250" y="1973180"/>
            <a:ext cx="4081523" cy="4347168"/>
            <a:chOff x="461448" y="1973180"/>
            <a:chExt cx="4081523" cy="4347168"/>
          </a:xfrm>
        </p:grpSpPr>
        <p:sp>
          <p:nvSpPr>
            <p:cNvPr id="14" name="Rectangle 13">
              <a:extLst>
                <a:ext uri="{FF2B5EF4-FFF2-40B4-BE49-F238E27FC236}">
                  <a16:creationId xmlns:a16="http://schemas.microsoft.com/office/drawing/2014/main" id="{568C21FF-41A5-438C-99E1-AD36D5586E9D}"/>
                </a:ext>
              </a:extLst>
            </p:cNvPr>
            <p:cNvSpPr/>
            <p:nvPr/>
          </p:nvSpPr>
          <p:spPr>
            <a:xfrm>
              <a:off x="461448" y="1973180"/>
              <a:ext cx="4081523" cy="20327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347E519-FE9D-4C8B-B02E-B89502414035}"/>
                </a:ext>
              </a:extLst>
            </p:cNvPr>
            <p:cNvSpPr/>
            <p:nvPr/>
          </p:nvSpPr>
          <p:spPr>
            <a:xfrm>
              <a:off x="461448" y="4287585"/>
              <a:ext cx="4081523" cy="20327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5" name="Chart 14">
            <a:extLst>
              <a:ext uri="{FF2B5EF4-FFF2-40B4-BE49-F238E27FC236}">
                <a16:creationId xmlns:a16="http://schemas.microsoft.com/office/drawing/2014/main" id="{DA66CA99-C1AF-47D7-9CEE-07DAF07B5A43}"/>
              </a:ext>
            </a:extLst>
          </p:cNvPr>
          <p:cNvGraphicFramePr>
            <a:graphicFrameLocks/>
          </p:cNvGraphicFramePr>
          <p:nvPr>
            <p:extLst>
              <p:ext uri="{D42A27DB-BD31-4B8C-83A1-F6EECF244321}">
                <p14:modId xmlns:p14="http://schemas.microsoft.com/office/powerpoint/2010/main" val="2743003045"/>
              </p:ext>
            </p:extLst>
          </p:nvPr>
        </p:nvGraphicFramePr>
        <p:xfrm>
          <a:off x="333111" y="2039642"/>
          <a:ext cx="4240345" cy="446713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40D546E0-B65A-41F8-90BE-78122354CB9E}"/>
              </a:ext>
            </a:extLst>
          </p:cNvPr>
          <p:cNvGraphicFramePr>
            <a:graphicFrameLocks/>
          </p:cNvGraphicFramePr>
          <p:nvPr>
            <p:extLst>
              <p:ext uri="{D42A27DB-BD31-4B8C-83A1-F6EECF244321}">
                <p14:modId xmlns:p14="http://schemas.microsoft.com/office/powerpoint/2010/main" val="3133402607"/>
              </p:ext>
            </p:extLst>
          </p:nvPr>
        </p:nvGraphicFramePr>
        <p:xfrm>
          <a:off x="465407" y="1986178"/>
          <a:ext cx="4105148" cy="436722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Chart 17">
            <a:extLst>
              <a:ext uri="{FF2B5EF4-FFF2-40B4-BE49-F238E27FC236}">
                <a16:creationId xmlns:a16="http://schemas.microsoft.com/office/drawing/2014/main" id="{0573F8F7-773B-4C6A-958C-91D35638554A}"/>
              </a:ext>
            </a:extLst>
          </p:cNvPr>
          <p:cNvGraphicFramePr>
            <a:graphicFrameLocks/>
          </p:cNvGraphicFramePr>
          <p:nvPr>
            <p:extLst>
              <p:ext uri="{D42A27DB-BD31-4B8C-83A1-F6EECF244321}">
                <p14:modId xmlns:p14="http://schemas.microsoft.com/office/powerpoint/2010/main" val="295340138"/>
              </p:ext>
            </p:extLst>
          </p:nvPr>
        </p:nvGraphicFramePr>
        <p:xfrm>
          <a:off x="4748176" y="1887678"/>
          <a:ext cx="4089906" cy="221814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9" name="Chart 18">
            <a:extLst>
              <a:ext uri="{FF2B5EF4-FFF2-40B4-BE49-F238E27FC236}">
                <a16:creationId xmlns:a16="http://schemas.microsoft.com/office/drawing/2014/main" id="{6E3BDBC9-D0B4-4407-B6F1-6FC76608B818}"/>
              </a:ext>
            </a:extLst>
          </p:cNvPr>
          <p:cNvGraphicFramePr>
            <a:graphicFrameLocks/>
          </p:cNvGraphicFramePr>
          <p:nvPr>
            <p:extLst>
              <p:ext uri="{D42A27DB-BD31-4B8C-83A1-F6EECF244321}">
                <p14:modId xmlns:p14="http://schemas.microsoft.com/office/powerpoint/2010/main" val="4195421146"/>
              </p:ext>
            </p:extLst>
          </p:nvPr>
        </p:nvGraphicFramePr>
        <p:xfrm>
          <a:off x="4830250" y="4273208"/>
          <a:ext cx="4111373" cy="2047139"/>
        </p:xfrm>
        <a:graphic>
          <a:graphicData uri="http://schemas.openxmlformats.org/drawingml/2006/chart">
            <c:chart xmlns:c="http://schemas.openxmlformats.org/drawingml/2006/chart" xmlns:r="http://schemas.openxmlformats.org/officeDocument/2006/relationships" r:id="rId6"/>
          </a:graphicData>
        </a:graphic>
      </p:graphicFrame>
      <p:sp>
        <p:nvSpPr>
          <p:cNvPr id="9" name="Title 4">
            <a:extLst>
              <a:ext uri="{FF2B5EF4-FFF2-40B4-BE49-F238E27FC236}">
                <a16:creationId xmlns:a16="http://schemas.microsoft.com/office/drawing/2014/main" id="{83ABCBB1-E444-4093-BF12-AE25063CDA9D}"/>
              </a:ext>
            </a:extLst>
          </p:cNvPr>
          <p:cNvSpPr txBox="1">
            <a:spLocks/>
          </p:cNvSpPr>
          <p:nvPr/>
        </p:nvSpPr>
        <p:spPr>
          <a:xfrm>
            <a:off x="461447" y="438504"/>
            <a:ext cx="12027633" cy="12678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r>
              <a:rPr lang="en-US" altLang="zh-CN"/>
              <a:t>Analysis: Data Visualization &amp; Reporting</a:t>
            </a:r>
            <a:endParaRPr lang="en-US"/>
          </a:p>
        </p:txBody>
      </p:sp>
    </p:spTree>
    <p:extLst>
      <p:ext uri="{BB962C8B-B14F-4D97-AF65-F5344CB8AC3E}">
        <p14:creationId xmlns:p14="http://schemas.microsoft.com/office/powerpoint/2010/main" val="2347950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7F4D41A3-B5C7-496A-87E3-9A9C2CF804E4}"/>
              </a:ext>
            </a:extLst>
          </p:cNvPr>
          <p:cNvPicPr>
            <a:picLocks noChangeAspect="1"/>
          </p:cNvPicPr>
          <p:nvPr/>
        </p:nvPicPr>
        <p:blipFill>
          <a:blip r:embed="rId3"/>
          <a:stretch>
            <a:fillRect/>
          </a:stretch>
        </p:blipFill>
        <p:spPr>
          <a:xfrm>
            <a:off x="5764919" y="1691538"/>
            <a:ext cx="5429250" cy="3619500"/>
          </a:xfrm>
          <a:prstGeom prst="rect">
            <a:avLst/>
          </a:prstGeom>
        </p:spPr>
      </p:pic>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461447" y="481224"/>
            <a:ext cx="7527521" cy="1210314"/>
          </a:xfrm>
        </p:spPr>
        <p:txBody>
          <a:bodyPr/>
          <a:lstStyle/>
          <a:p>
            <a:r>
              <a:rPr lang="en-US" altLang="zh-CN"/>
              <a:t>Conclusion</a:t>
            </a:r>
            <a:endParaRPr lang="en-US"/>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a:xfrm>
            <a:off x="11194169" y="250259"/>
            <a:ext cx="458592" cy="365125"/>
          </a:xfrm>
        </p:spPr>
        <p:txBody>
          <a:bodyPr/>
          <a:lstStyle/>
          <a:p>
            <a:fld id="{47FEACEE-25B4-4A2D-B147-27296E36371D}" type="slidenum">
              <a:rPr lang="en-US" altLang="zh-CN" smtClean="0"/>
              <a:pPr/>
              <a:t>14</a:t>
            </a:fld>
            <a:endParaRPr lang="en-US" altLang="zh-CN"/>
          </a:p>
        </p:txBody>
      </p:sp>
      <p:sp>
        <p:nvSpPr>
          <p:cNvPr id="4" name="TextBox 3">
            <a:extLst>
              <a:ext uri="{FF2B5EF4-FFF2-40B4-BE49-F238E27FC236}">
                <a16:creationId xmlns:a16="http://schemas.microsoft.com/office/drawing/2014/main" id="{0013E77E-F67F-438D-9A5F-35B221F1C51D}"/>
              </a:ext>
            </a:extLst>
          </p:cNvPr>
          <p:cNvSpPr txBox="1"/>
          <p:nvPr/>
        </p:nvSpPr>
        <p:spPr>
          <a:xfrm>
            <a:off x="461447" y="1691538"/>
            <a:ext cx="5242667" cy="2246769"/>
          </a:xfrm>
          <a:prstGeom prst="rect">
            <a:avLst/>
          </a:prstGeom>
        </p:spPr>
        <p:txBody>
          <a:bodyPr wrap="square" rtlCol="0">
            <a:spAutoFit/>
          </a:bodyPr>
          <a:lstStyle/>
          <a:p>
            <a:r>
              <a:rPr lang="en-US" sz="1400"/>
              <a:t>The hospital serves a diverse and balanced gender population, with a strong emphasis on older patients. The highest costs are driven by a mix of chronic and acute conditions—particularly </a:t>
            </a:r>
            <a:r>
              <a:rPr lang="en-US" sz="1400" b="1"/>
              <a:t>migraine, cancer, COVID-19, and hypertension</a:t>
            </a:r>
            <a:r>
              <a:rPr lang="en-US" sz="1400"/>
              <a:t>—and by resource-heavy treatments like </a:t>
            </a:r>
            <a:r>
              <a:rPr lang="en-US" sz="1400" b="1"/>
              <a:t>surgery and therapy</a:t>
            </a:r>
            <a:r>
              <a:rPr lang="en-US" sz="1400"/>
              <a:t>. A few doctors, especially </a:t>
            </a:r>
            <a:r>
              <a:rPr lang="en-US" sz="1400" b="1"/>
              <a:t>Dr. Wong</a:t>
            </a:r>
            <a:r>
              <a:rPr lang="en-US" sz="1400"/>
              <a:t>, play a pivotal role in managing complex, high-volume cases, particularly among the elderly. These insights highlight the need for strategic resource planning, targeted care pathways, and ongoing monitoring to optimize both patient outcomes and operational efficiency.</a:t>
            </a:r>
          </a:p>
        </p:txBody>
      </p:sp>
    </p:spTree>
    <p:extLst>
      <p:ext uri="{BB962C8B-B14F-4D97-AF65-F5344CB8AC3E}">
        <p14:creationId xmlns:p14="http://schemas.microsoft.com/office/powerpoint/2010/main" val="2073155608"/>
      </p:ext>
    </p:extLst>
  </p:cSld>
  <p:clrMapOvr>
    <a:masterClrMapping/>
  </p:clrMapOvr>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Light Presentation_win32_v5" id="{045A9B2F-7300-4673-816B-F1EB3C673B2C}" vid="{27F8BD87-6984-44CA-8D4F-354B20CB0C1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4CFA8B0-C7B8-4655-A378-2962C04794D3}">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5515263-A3DE-4193-B6AA-5C449C94519F}">
  <ds:schemaRefs>
    <ds:schemaRef ds:uri="http://schemas.microsoft.com/sharepoint/v3/contenttype/forms"/>
  </ds:schemaRefs>
</ds:datastoreItem>
</file>

<file path=customXml/itemProps3.xml><?xml version="1.0" encoding="utf-8"?>
<ds:datastoreItem xmlns:ds="http://schemas.openxmlformats.org/officeDocument/2006/customXml" ds:itemID="{A0AD9BE2-6B3D-4616-B044-300A8177DEA5}">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TM02900769[[fn=Retrospect]]</Template>
  <TotalTime>0</TotalTime>
  <Words>959</Words>
  <Application>Microsoft Office PowerPoint</Application>
  <PresentationFormat>Widescreen</PresentationFormat>
  <Paragraphs>143</Paragraphs>
  <Slides>14</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等线</vt:lpstr>
      <vt:lpstr>Abadi</vt:lpstr>
      <vt:lpstr>Arial</vt:lpstr>
      <vt:lpstr>Calibri</vt:lpstr>
      <vt:lpstr>Posterama</vt:lpstr>
      <vt:lpstr>Posterama Text Black</vt:lpstr>
      <vt:lpstr>Posterama Text SemiBold</vt:lpstr>
      <vt:lpstr>Wingdings</vt:lpstr>
      <vt:lpstr>Custom​​</vt:lpstr>
      <vt:lpstr> Health Care Cost Breakdown: Diagnosis, Doctors and Demographics </vt:lpstr>
      <vt:lpstr>Contents</vt:lpstr>
      <vt:lpstr>Data Processing</vt:lpstr>
      <vt:lpstr>Data Cleaning</vt:lpstr>
      <vt:lpstr>Data Transformation</vt:lpstr>
      <vt:lpstr>Data Transformation</vt:lpstr>
      <vt:lpstr>Data Transformation</vt:lpstr>
      <vt:lpstr>Analysis: Pivot Tables</vt:lpstr>
      <vt:lpstr>Analysis: Pivot Tables</vt:lpstr>
      <vt:lpstr>Analysis: Data Visualization &amp; Reporting</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Women Techsters Fellowship Data Science and Engineering, Class B </dc:title>
  <dc:creator>Oghenenyerhovwo Precious Omonode</dc:creator>
  <cp:lastModifiedBy>Winfred Githimbo</cp:lastModifiedBy>
  <cp:revision>35</cp:revision>
  <dcterms:created xsi:type="dcterms:W3CDTF">2025-10-08T09:57:59Z</dcterms:created>
  <dcterms:modified xsi:type="dcterms:W3CDTF">2025-11-04T19:35:40Z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